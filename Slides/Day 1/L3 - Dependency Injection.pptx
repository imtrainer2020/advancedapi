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82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89" r:id="rId11"/>
    <p:sldId id="297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0CA00-369C-4CF0-832E-D516E2FDCFB1}" v="38" dt="2026-10-16T14:05:20.536"/>
    <p1510:client id="{D2CE244B-C475-474D-A19F-C35C976D6F44}" v="64" dt="2026-10-16T16:22:28.206"/>
    <p1510:client id="{FC3874ED-3498-4114-86F3-6320C11DB221}" v="184" dt="2026-10-16T12:38:51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 delMainMaster modMainMaster">
      <pc:chgData name="Ishan Malik" userId="75bbfd951af34ddf" providerId="LiveId" clId="{72EBD0DD-2070-4E6C-9DD9-806D8E44FFC7}" dt="2026-10-16T16:22:28.204" v="1361" actId="20577"/>
      <pc:docMkLst>
        <pc:docMk/>
      </pc:docMkLst>
      <pc:sldChg chg="modSp new mod">
        <pc:chgData name="Ishan Malik" userId="75bbfd951af34ddf" providerId="LiveId" clId="{72EBD0DD-2070-4E6C-9DD9-806D8E44FFC7}" dt="2026-10-16T14:06:59.570" v="1153" actId="20577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10-16T14:06:59.570" v="1153" actId="20577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3" creationId="{27706239-3D08-7827-C9F5-6B5D595662FE}"/>
          </ac:spMkLst>
        </pc:spChg>
      </pc:sldChg>
      <pc:sldChg chg="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3328909945" sldId="257"/>
        </pc:sldMkLst>
      </pc:sldChg>
      <pc:sldChg chg="addSp delSp modSp new del mod ord">
        <pc:chgData name="Ishan Malik" userId="75bbfd951af34ddf" providerId="LiveId" clId="{72EBD0DD-2070-4E6C-9DD9-806D8E44FFC7}" dt="2026-10-16T12:53:47.763" v="1032" actId="47"/>
        <pc:sldMkLst>
          <pc:docMk/>
          <pc:sldMk cId="276369482" sldId="258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1589194582" sldId="259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4055161058" sldId="260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068444819" sldId="261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1464997959" sldId="262"/>
        </pc:sldMkLst>
      </pc:sldChg>
      <pc:sldChg chg="addSp delSp modSp add del mod">
        <pc:chgData name="Ishan Malik" userId="75bbfd951af34ddf" providerId="LiveId" clId="{72EBD0DD-2070-4E6C-9DD9-806D8E44FFC7}" dt="2026-10-16T12:53:47.763" v="1032" actId="47"/>
        <pc:sldMkLst>
          <pc:docMk/>
          <pc:sldMk cId="2891934033" sldId="263"/>
        </pc:sldMkLst>
      </pc:sldChg>
      <pc:sldChg chg="modSp new del mod ord modAnim">
        <pc:chgData name="Ishan Malik" userId="75bbfd951af34ddf" providerId="LiveId" clId="{72EBD0DD-2070-4E6C-9DD9-806D8E44FFC7}" dt="2026-10-16T12:53:47.763" v="1032" actId="47"/>
        <pc:sldMkLst>
          <pc:docMk/>
          <pc:sldMk cId="1456556091" sldId="264"/>
        </pc:sldMkLst>
      </pc:sldChg>
      <pc:sldChg chg="modSp add del mod ord">
        <pc:chgData name="Ishan Malik" userId="75bbfd951af34ddf" providerId="LiveId" clId="{72EBD0DD-2070-4E6C-9DD9-806D8E44FFC7}" dt="2026-10-16T12:53:47.763" v="1032" actId="47"/>
        <pc:sldMkLst>
          <pc:docMk/>
          <pc:sldMk cId="4145122847" sldId="265"/>
        </pc:sldMkLst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74447625" sldId="266"/>
        </pc:sldMkLst>
      </pc:sldChg>
      <pc:sldChg chg="addSp modSp new del mod modAnim">
        <pc:chgData name="Ishan Malik" userId="75bbfd951af34ddf" providerId="LiveId" clId="{72EBD0DD-2070-4E6C-9DD9-806D8E44FFC7}" dt="2026-10-16T10:55:46.185" v="611" actId="47"/>
        <pc:sldMkLst>
          <pc:docMk/>
          <pc:sldMk cId="1872426190" sldId="267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667251525" sldId="268"/>
        </pc:sldMkLst>
      </pc:sldChg>
      <pc:sldChg chg="addSp delSp modSp new del mod">
        <pc:chgData name="Ishan Malik" userId="75bbfd951af34ddf" providerId="LiveId" clId="{72EBD0DD-2070-4E6C-9DD9-806D8E44FFC7}" dt="2026-10-16T10:55:46.185" v="611" actId="47"/>
        <pc:sldMkLst>
          <pc:docMk/>
          <pc:sldMk cId="1248151220" sldId="268"/>
        </pc:sldMkLst>
      </pc:sldChg>
      <pc:sldChg chg="addSp delSp 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143988488" sldId="269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143664787" sldId="270"/>
        </pc:sldMkLst>
        <pc:spChg chg="mod">
          <ac:chgData name="Ishan Malik" userId="75bbfd951af34ddf" providerId="LiveId" clId="{72EBD0DD-2070-4E6C-9DD9-806D8E44FFC7}" dt="2026-10-16T11:13:31.324" v="613"/>
          <ac:spMkLst>
            <pc:docMk/>
            <pc:sldMk cId="2143664787" sldId="270"/>
            <ac:spMk id="2" creationId="{7214CD31-6AED-2209-D610-E13AB7A61290}"/>
          </ac:spMkLst>
        </pc:spChg>
        <pc:spChg chg="mod">
          <ac:chgData name="Ishan Malik" userId="75bbfd951af34ddf" providerId="LiveId" clId="{72EBD0DD-2070-4E6C-9DD9-806D8E44FFC7}" dt="2026-10-16T11:13:38.085" v="618" actId="20577"/>
          <ac:spMkLst>
            <pc:docMk/>
            <pc:sldMk cId="2143664787" sldId="270"/>
            <ac:spMk id="3" creationId="{E4B6D178-A55D-C898-FCEA-4E41D7E167D8}"/>
          </ac:spMkLst>
        </pc:spChg>
      </pc:sldChg>
      <pc:sldChg chg="modSp add del mod ord modAnim">
        <pc:chgData name="Ishan Malik" userId="75bbfd951af34ddf" providerId="LiveId" clId="{72EBD0DD-2070-4E6C-9DD9-806D8E44FFC7}" dt="2026-10-16T10:55:46.185" v="611" actId="47"/>
        <pc:sldMkLst>
          <pc:docMk/>
          <pc:sldMk cId="3980734832" sldId="270"/>
        </pc:sldMkLst>
      </pc:sldChg>
      <pc:sldChg chg="modSp add del mod modAnim">
        <pc:chgData name="Ishan Malik" userId="75bbfd951af34ddf" providerId="LiveId" clId="{72EBD0DD-2070-4E6C-9DD9-806D8E44FFC7}" dt="2026-10-16T10:55:46.185" v="611" actId="47"/>
        <pc:sldMkLst>
          <pc:docMk/>
          <pc:sldMk cId="2262532472" sldId="271"/>
        </pc:sldMkLst>
      </pc:sldChg>
      <pc:sldChg chg="add del ord">
        <pc:chgData name="Ishan Malik" userId="75bbfd951af34ddf" providerId="LiveId" clId="{72EBD0DD-2070-4E6C-9DD9-806D8E44FFC7}" dt="2026-10-16T14:06:47.486" v="1133" actId="47"/>
        <pc:sldMkLst>
          <pc:docMk/>
          <pc:sldMk cId="3419245707" sldId="271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4214231092" sldId="271"/>
        </pc:sldMkLst>
        <pc:spChg chg="mod">
          <ac:chgData name="Ishan Malik" userId="75bbfd951af34ddf" providerId="LiveId" clId="{72EBD0DD-2070-4E6C-9DD9-806D8E44FFC7}" dt="2026-10-16T11:37:06.699" v="709" actId="20577"/>
          <ac:spMkLst>
            <pc:docMk/>
            <pc:sldMk cId="4214231092" sldId="271"/>
            <ac:spMk id="2" creationId="{A6F2CBEA-2ED9-C6AB-935C-6D62F6882D2A}"/>
          </ac:spMkLst>
        </pc:spChg>
        <pc:spChg chg="add del mod">
          <ac:chgData name="Ishan Malik" userId="75bbfd951af34ddf" providerId="LiveId" clId="{72EBD0DD-2070-4E6C-9DD9-806D8E44FFC7}" dt="2026-10-16T11:31:14.435" v="673"/>
          <ac:spMkLst>
            <pc:docMk/>
            <pc:sldMk cId="4214231092" sldId="271"/>
            <ac:spMk id="3" creationId="{5A40D840-127D-3269-45E9-6E7671FEAB59}"/>
          </ac:spMkLst>
        </pc:spChg>
        <pc:spChg chg="add del mod">
          <ac:chgData name="Ishan Malik" userId="75bbfd951af34ddf" providerId="LiveId" clId="{72EBD0DD-2070-4E6C-9DD9-806D8E44FFC7}" dt="2026-10-16T11:15:36.724" v="643" actId="478"/>
          <ac:spMkLst>
            <pc:docMk/>
            <pc:sldMk cId="4214231092" sldId="271"/>
            <ac:spMk id="6" creationId="{C7A1CFB5-4F1B-4924-893C-1B924DB9E057}"/>
          </ac:spMkLst>
        </pc:spChg>
        <pc:spChg chg="add mod">
          <ac:chgData name="Ishan Malik" userId="75bbfd951af34ddf" providerId="LiveId" clId="{72EBD0DD-2070-4E6C-9DD9-806D8E44FFC7}" dt="2026-10-16T11:34:11.411" v="707" actId="20577"/>
          <ac:spMkLst>
            <pc:docMk/>
            <pc:sldMk cId="4214231092" sldId="271"/>
            <ac:spMk id="10" creationId="{A380734E-1FA0-2743-F02F-68248FD64ABC}"/>
          </ac:spMkLst>
        </pc:spChg>
        <pc:graphicFrameChg chg="add mod">
          <ac:chgData name="Ishan Malik" userId="75bbfd951af34ddf" providerId="LiveId" clId="{72EBD0DD-2070-4E6C-9DD9-806D8E44FFC7}" dt="2026-10-16T11:15:21.972" v="638"/>
          <ac:graphicFrameMkLst>
            <pc:docMk/>
            <pc:sldMk cId="4214231092" sldId="271"/>
            <ac:graphicFrameMk id="4" creationId="{335D0ABA-5C42-EC9A-1A18-835A6F73F655}"/>
          </ac:graphicFrameMkLst>
        </pc:graphicFrameChg>
        <pc:graphicFrameChg chg="add del mod modGraphic">
          <ac:chgData name="Ishan Malik" userId="75bbfd951af34ddf" providerId="LiveId" clId="{72EBD0DD-2070-4E6C-9DD9-806D8E44FFC7}" dt="2026-10-16T11:31:55.329" v="675" actId="478"/>
          <ac:graphicFrameMkLst>
            <pc:docMk/>
            <pc:sldMk cId="4214231092" sldId="271"/>
            <ac:graphicFrameMk id="7" creationId="{1BD6AD8F-03B2-138D-52B5-4B91A7943AC1}"/>
          </ac:graphicFrameMkLst>
        </pc:graphicFrameChg>
        <pc:graphicFrameChg chg="add mod modGraphic">
          <ac:chgData name="Ishan Malik" userId="75bbfd951af34ddf" providerId="LiveId" clId="{72EBD0DD-2070-4E6C-9DD9-806D8E44FFC7}" dt="2026-10-16T11:32:56.061" v="691" actId="1076"/>
          <ac:graphicFrameMkLst>
            <pc:docMk/>
            <pc:sldMk cId="4214231092" sldId="271"/>
            <ac:graphicFrameMk id="8" creationId="{B1793CA8-46DF-BD6D-EA3A-27680A42C492}"/>
          </ac:graphicFrameMkLst>
        </pc:graphicFrameChg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90752612" sldId="272"/>
        </pc:sldMkLst>
        <pc:spChg chg="mod">
          <ac:chgData name="Ishan Malik" userId="75bbfd951af34ddf" providerId="LiveId" clId="{72EBD0DD-2070-4E6C-9DD9-806D8E44FFC7}" dt="2026-10-16T11:37:31.926" v="719" actId="20577"/>
          <ac:spMkLst>
            <pc:docMk/>
            <pc:sldMk cId="690752612" sldId="272"/>
            <ac:spMk id="2" creationId="{F62ED3B3-F9B4-86AE-6E01-087D9D5EAAD8}"/>
          </ac:spMkLst>
        </pc:spChg>
        <pc:spChg chg="mod">
          <ac:chgData name="Ishan Malik" userId="75bbfd951af34ddf" providerId="LiveId" clId="{72EBD0DD-2070-4E6C-9DD9-806D8E44FFC7}" dt="2026-10-16T11:43:11.448" v="765"/>
          <ac:spMkLst>
            <pc:docMk/>
            <pc:sldMk cId="690752612" sldId="272"/>
            <ac:spMk id="3" creationId="{BAF37C19-5045-058F-6EEE-81D421F7E4E1}"/>
          </ac:spMkLst>
        </pc:spChg>
        <pc:spChg chg="add del mod">
          <ac:chgData name="Ishan Malik" userId="75bbfd951af34ddf" providerId="LiveId" clId="{72EBD0DD-2070-4E6C-9DD9-806D8E44FFC7}" dt="2026-10-16T11:44:11.503" v="769" actId="478"/>
          <ac:spMkLst>
            <pc:docMk/>
            <pc:sldMk cId="690752612" sldId="272"/>
            <ac:spMk id="5" creationId="{0D1C75B4-A4AD-801E-AB11-3BCF20D50B21}"/>
          </ac:spMkLst>
        </pc:spChg>
        <pc:spChg chg="add mod">
          <ac:chgData name="Ishan Malik" userId="75bbfd951af34ddf" providerId="LiveId" clId="{72EBD0DD-2070-4E6C-9DD9-806D8E44FFC7}" dt="2026-10-16T11:49:53.520" v="778" actId="6549"/>
          <ac:spMkLst>
            <pc:docMk/>
            <pc:sldMk cId="690752612" sldId="272"/>
            <ac:spMk id="6" creationId="{1A789292-06D8-CF87-1E23-49493BDA6491}"/>
          </ac:spMkLst>
        </pc:spChg>
        <pc:graphicFrameChg chg="add mod modGraphic">
          <ac:chgData name="Ishan Malik" userId="75bbfd951af34ddf" providerId="LiveId" clId="{72EBD0DD-2070-4E6C-9DD9-806D8E44FFC7}" dt="2026-10-16T11:44:51.494" v="774" actId="14100"/>
          <ac:graphicFrameMkLst>
            <pc:docMk/>
            <pc:sldMk cId="690752612" sldId="272"/>
            <ac:graphicFrameMk id="4" creationId="{C0E26319-E2E7-36AD-3D60-37A809D5F7B7}"/>
          </ac:graphicFrameMkLst>
        </pc:graphicFrameChg>
      </pc:sldChg>
      <pc:sldChg chg="addSp delSp modSp add del mod">
        <pc:chgData name="Ishan Malik" userId="75bbfd951af34ddf" providerId="LiveId" clId="{72EBD0DD-2070-4E6C-9DD9-806D8E44FFC7}" dt="2026-10-16T10:55:46.185" v="611" actId="47"/>
        <pc:sldMkLst>
          <pc:docMk/>
          <pc:sldMk cId="3702303451" sldId="272"/>
        </pc:sldMkLst>
      </pc:sldChg>
      <pc:sldChg chg="modSp new del mod">
        <pc:chgData name="Ishan Malik" userId="75bbfd951af34ddf" providerId="LiveId" clId="{72EBD0DD-2070-4E6C-9DD9-806D8E44FFC7}" dt="2026-10-16T10:55:13.891" v="610" actId="47"/>
        <pc:sldMkLst>
          <pc:docMk/>
          <pc:sldMk cId="1394337457" sldId="273"/>
        </pc:sldMkLst>
      </pc:sldChg>
      <pc:sldChg chg="addSp delSp modSp new del mod delAnim modAnim">
        <pc:chgData name="Ishan Malik" userId="75bbfd951af34ddf" providerId="LiveId" clId="{72EBD0DD-2070-4E6C-9DD9-806D8E44FFC7}" dt="2026-10-16T12:53:47.763" v="1032" actId="47"/>
        <pc:sldMkLst>
          <pc:docMk/>
          <pc:sldMk cId="1752313700" sldId="273"/>
        </pc:sldMkLst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2" creationId="{96F0FD57-CDF6-A2D5-962C-42952ECD38F9}"/>
          </ac:spMkLst>
        </pc:spChg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3" creationId="{864166A3-8AFE-0D80-A9D8-4C58EC73A08E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4" creationId="{2CEFA6A8-F1F5-6F0D-8EDF-38499523B2C3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5" creationId="{3C74F469-4AF1-2A54-52C4-E6A5C26E4144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7" creationId="{F198FAF9-E7FF-AFB0-3C84-E34646DEB57B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8" creationId="{7B28F696-99A0-2779-2C8E-96A12642703F}"/>
          </ac:spMkLst>
        </pc:spChg>
        <pc:graphicFrameChg chg="add del mod">
          <ac:chgData name="Ishan Malik" userId="75bbfd951af34ddf" providerId="LiveId" clId="{72EBD0DD-2070-4E6C-9DD9-806D8E44FFC7}" dt="2026-10-16T11:52:20.008" v="781" actId="478"/>
          <ac:graphicFrameMkLst>
            <pc:docMk/>
            <pc:sldMk cId="1752313700" sldId="273"/>
            <ac:graphicFrameMk id="6" creationId="{6ED5A742-C7CA-519F-A13F-9AA34346B7F2}"/>
          </ac:graphicFrameMkLst>
        </pc:graphicFrameChg>
        <pc:graphicFrameChg chg="add mod modGraphic">
          <ac:chgData name="Ishan Malik" userId="75bbfd951af34ddf" providerId="LiveId" clId="{72EBD0DD-2070-4E6C-9DD9-806D8E44FFC7}" dt="2026-10-16T11:52:31.112" v="783" actId="12385"/>
          <ac:graphicFrameMkLst>
            <pc:docMk/>
            <pc:sldMk cId="1752313700" sldId="273"/>
            <ac:graphicFrameMk id="9" creationId="{0A2979EF-51BC-47FD-8032-9A74F3C01162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3004590571" sldId="273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7236008" sldId="274"/>
        </pc:sldMkLst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2" creationId="{5B2F5C2E-4510-8A71-BB14-8166E25FAAC4}"/>
          </ac:spMkLst>
        </pc:spChg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3" creationId="{48180530-292A-92E8-A5E8-893F6B838B3F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4" creationId="{7DC74378-5DC9-08F6-8C60-3A4641BE2D03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5" creationId="{6CB58DFE-1DD1-872E-0E4C-EF3FF7187F69}"/>
          </ac:spMkLst>
        </pc:spChg>
        <pc:graphicFrameChg chg="add mod modGraphic">
          <ac:chgData name="Ishan Malik" userId="75bbfd951af34ddf" providerId="LiveId" clId="{72EBD0DD-2070-4E6C-9DD9-806D8E44FFC7}" dt="2026-10-16T11:53:32.160" v="787" actId="12385"/>
          <ac:graphicFrameMkLst>
            <pc:docMk/>
            <pc:sldMk cId="67236008" sldId="274"/>
            <ac:graphicFrameMk id="6" creationId="{2D3F36B1-2582-2D49-2665-D8660280F441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2354652943" sldId="275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3940422643" sldId="275"/>
        </pc:sldMkLst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2" creationId="{043911CB-D802-651A-EA77-6D28A502818A}"/>
          </ac:spMkLst>
        </pc:spChg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3" creationId="{2EA3EDC2-8FD2-BB0A-2920-D080529319D7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4" creationId="{623245A4-77A8-850F-1FD8-A4CC8637FBB4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5" creationId="{230C0267-7689-D2EA-3021-71037E33ED86}"/>
          </ac:spMkLst>
        </pc:spChg>
        <pc:graphicFrameChg chg="add mod modGraphic">
          <ac:chgData name="Ishan Malik" userId="75bbfd951af34ddf" providerId="LiveId" clId="{72EBD0DD-2070-4E6C-9DD9-806D8E44FFC7}" dt="2026-10-16T11:54:15.696" v="791" actId="12385"/>
          <ac:graphicFrameMkLst>
            <pc:docMk/>
            <pc:sldMk cId="3940422643" sldId="275"/>
            <ac:graphicFrameMk id="6" creationId="{79AFC3FC-AFA9-36EA-4607-C88ADD36F921}"/>
          </ac:graphicFrameMkLst>
        </pc:graphicFrameChg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3995226230" sldId="276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202625963" sldId="277"/>
        </pc:sldMkLst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1166344116" sldId="278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654771116" sldId="278"/>
        </pc:sldMkLst>
      </pc:sldChg>
      <pc:sldChg chg="modSp new del mod addAnim delAnim modAnim">
        <pc:chgData name="Ishan Malik" userId="75bbfd951af34ddf" providerId="LiveId" clId="{72EBD0DD-2070-4E6C-9DD9-806D8E44FFC7}" dt="2026-10-16T12:53:47.763" v="1032" actId="47"/>
        <pc:sldMkLst>
          <pc:docMk/>
          <pc:sldMk cId="2902720412" sldId="279"/>
        </pc:sldMkLst>
        <pc:spChg chg="mod">
          <ac:chgData name="Ishan Malik" userId="75bbfd951af34ddf" providerId="LiveId" clId="{72EBD0DD-2070-4E6C-9DD9-806D8E44FFC7}" dt="2026-10-16T11:59:27.188" v="800"/>
          <ac:spMkLst>
            <pc:docMk/>
            <pc:sldMk cId="2902720412" sldId="279"/>
            <ac:spMk id="2" creationId="{E787F77C-81B8-E21A-0C58-64E2D75392B6}"/>
          </ac:spMkLst>
        </pc:spChg>
        <pc:spChg chg="mod">
          <ac:chgData name="Ishan Malik" userId="75bbfd951af34ddf" providerId="LiveId" clId="{72EBD0DD-2070-4E6C-9DD9-806D8E44FFC7}" dt="2026-10-16T12:03:50.431" v="825"/>
          <ac:spMkLst>
            <pc:docMk/>
            <pc:sldMk cId="2902720412" sldId="279"/>
            <ac:spMk id="3" creationId="{C5F42808-D605-4C4F-1D5A-102759A3330A}"/>
          </ac:spMkLst>
        </pc:spChg>
      </pc:sldChg>
      <pc:sldChg chg="modSp add del mod modAnim">
        <pc:chgData name="Ishan Malik" userId="75bbfd951af34ddf" providerId="LiveId" clId="{72EBD0DD-2070-4E6C-9DD9-806D8E44FFC7}" dt="2026-10-16T14:06:47.486" v="1133" actId="47"/>
        <pc:sldMkLst>
          <pc:docMk/>
          <pc:sldMk cId="3825974804" sldId="279"/>
        </pc:sldMkLst>
        <pc:spChg chg="mod">
          <ac:chgData name="Ishan Malik" userId="75bbfd951af34ddf" providerId="LiveId" clId="{72EBD0DD-2070-4E6C-9DD9-806D8E44FFC7}" dt="2026-10-16T13:59:49.889" v="1111" actId="20577"/>
          <ac:spMkLst>
            <pc:docMk/>
            <pc:sldMk cId="3825974804" sldId="279"/>
            <ac:spMk id="7" creationId="{E942911A-11BF-4CB3-6A32-A82101C0B9F1}"/>
          </ac:spMkLst>
        </pc:spChg>
      </pc:sldChg>
      <pc:sldChg chg="addSp delSp modSp new del mod">
        <pc:chgData name="Ishan Malik" userId="75bbfd951af34ddf" providerId="LiveId" clId="{72EBD0DD-2070-4E6C-9DD9-806D8E44FFC7}" dt="2026-10-16T12:53:47.763" v="1032" actId="47"/>
        <pc:sldMkLst>
          <pc:docMk/>
          <pc:sldMk cId="1578791227" sldId="280"/>
        </pc:sldMkLst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2" creationId="{715A6D95-886E-D964-E49B-D48EF23AE82B}"/>
          </ac:spMkLst>
        </pc:spChg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3" creationId="{97F16AD2-913A-5BCC-E847-E3CF9BF7AF8C}"/>
          </ac:spMkLst>
        </pc:spChg>
        <pc:spChg chg="add del">
          <ac:chgData name="Ishan Malik" userId="75bbfd951af34ddf" providerId="LiveId" clId="{72EBD0DD-2070-4E6C-9DD9-806D8E44FFC7}" dt="2026-10-16T12:05:06.777" v="838" actId="22"/>
          <ac:spMkLst>
            <pc:docMk/>
            <pc:sldMk cId="1578791227" sldId="280"/>
            <ac:spMk id="5" creationId="{027A3329-FFAD-7AB2-70A9-D8FF2B62D3A9}"/>
          </ac:spMkLst>
        </pc:spChg>
        <pc:spChg chg="add del">
          <ac:chgData name="Ishan Malik" userId="75bbfd951af34ddf" providerId="LiveId" clId="{72EBD0DD-2070-4E6C-9DD9-806D8E44FFC7}" dt="2026-10-16T12:05:35.990" v="844" actId="22"/>
          <ac:spMkLst>
            <pc:docMk/>
            <pc:sldMk cId="1578791227" sldId="280"/>
            <ac:spMk id="7" creationId="{0C43FC37-7321-A8CC-E3F1-E38696FDC323}"/>
          </ac:spMkLst>
        </pc:spChg>
        <pc:spChg chg="add del mod">
          <ac:chgData name="Ishan Malik" userId="75bbfd951af34ddf" providerId="LiveId" clId="{72EBD0DD-2070-4E6C-9DD9-806D8E44FFC7}" dt="2026-10-16T12:10:22.382" v="846" actId="478"/>
          <ac:spMkLst>
            <pc:docMk/>
            <pc:sldMk cId="1578791227" sldId="280"/>
            <ac:spMk id="9" creationId="{513F7F84-7D08-43EA-C597-9C13EC6BD681}"/>
          </ac:spMkLst>
        </pc:spChg>
        <pc:picChg chg="add">
          <ac:chgData name="Ishan Malik" userId="75bbfd951af34ddf" providerId="LiveId" clId="{72EBD0DD-2070-4E6C-9DD9-806D8E44FFC7}" dt="2026-10-16T12:10:23.189" v="847" actId="22"/>
          <ac:picMkLst>
            <pc:docMk/>
            <pc:sldMk cId="1578791227" sldId="280"/>
            <ac:picMk id="11" creationId="{CEE25D99-E561-77E1-7108-D5292D2277EE}"/>
          </ac:picMkLst>
        </pc:picChg>
      </pc:sldChg>
      <pc:sldChg chg="modSp add del">
        <pc:chgData name="Ishan Malik" userId="75bbfd951af34ddf" providerId="LiveId" clId="{72EBD0DD-2070-4E6C-9DD9-806D8E44FFC7}" dt="2026-10-16T14:06:47.486" v="1133" actId="47"/>
        <pc:sldMkLst>
          <pc:docMk/>
          <pc:sldMk cId="2475668265" sldId="280"/>
        </pc:sldMkLst>
        <pc:spChg chg="mod">
          <ac:chgData name="Ishan Malik" userId="75bbfd951af34ddf" providerId="LiveId" clId="{72EBD0DD-2070-4E6C-9DD9-806D8E44FFC7}" dt="2026-10-16T13:54:30.584" v="1083" actId="313"/>
          <ac:spMkLst>
            <pc:docMk/>
            <pc:sldMk cId="2475668265" sldId="280"/>
            <ac:spMk id="7" creationId="{FDAC2107-5E8A-E041-EE8C-E0E968DEE3DF}"/>
          </ac:spMkLst>
        </pc:spChg>
      </pc:sldChg>
      <pc:sldChg chg="addSp delSp modSp new mod ord modClrScheme chgLayout">
        <pc:chgData name="Ishan Malik" userId="75bbfd951af34ddf" providerId="LiveId" clId="{72EBD0DD-2070-4E6C-9DD9-806D8E44FFC7}" dt="2026-10-16T13:54:07.444" v="1082"/>
        <pc:sldMkLst>
          <pc:docMk/>
          <pc:sldMk cId="701013432" sldId="281"/>
        </pc:sldMkLst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2" creationId="{E08F3F99-FE98-E30D-9505-609ABD68B342}"/>
          </ac:spMkLst>
        </pc:spChg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3" creationId="{BB636E8B-2E1C-0A70-3397-B934A91C16D8}"/>
          </ac:spMkLst>
        </pc:spChg>
        <pc:spChg chg="add mod ord">
          <ac:chgData name="Ishan Malik" userId="75bbfd951af34ddf" providerId="LiveId" clId="{72EBD0DD-2070-4E6C-9DD9-806D8E44FFC7}" dt="2026-10-16T12:39:07.854" v="1024" actId="20577"/>
          <ac:spMkLst>
            <pc:docMk/>
            <pc:sldMk cId="701013432" sldId="281"/>
            <ac:spMk id="4" creationId="{56E6698C-308C-3EBE-9BA4-B6B425894670}"/>
          </ac:spMkLst>
        </pc:spChg>
        <pc:spChg chg="add mod ord">
          <ac:chgData name="Ishan Malik" userId="75bbfd951af34ddf" providerId="LiveId" clId="{72EBD0DD-2070-4E6C-9DD9-806D8E44FFC7}" dt="2026-10-16T12:39:11.933" v="1031" actId="20577"/>
          <ac:spMkLst>
            <pc:docMk/>
            <pc:sldMk cId="701013432" sldId="281"/>
            <ac:spMk id="5" creationId="{D651E0C5-B9CE-51B7-97B9-0376B021DFEF}"/>
          </ac:spMkLst>
        </pc:spChg>
      </pc:sldChg>
      <pc:sldChg chg="addSp delSp modSp new mod modAnim">
        <pc:chgData name="Ishan Malik" userId="75bbfd951af34ddf" providerId="LiveId" clId="{72EBD0DD-2070-4E6C-9DD9-806D8E44FFC7}" dt="2026-10-16T15:31:42.812" v="1261"/>
        <pc:sldMkLst>
          <pc:docMk/>
          <pc:sldMk cId="1600338391" sldId="282"/>
        </pc:sldMkLst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2" creationId="{DD241D78-B681-5297-1379-4F8ABBC1F479}"/>
          </ac:spMkLst>
        </pc:spChg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3" creationId="{EC555074-B97A-EE11-1E49-9020A1CF7224}"/>
          </ac:spMkLst>
        </pc:spChg>
        <pc:spChg chg="add mod">
          <ac:chgData name="Ishan Malik" userId="75bbfd951af34ddf" providerId="LiveId" clId="{72EBD0DD-2070-4E6C-9DD9-806D8E44FFC7}" dt="2026-10-16T14:44:44.883" v="1167" actId="20577"/>
          <ac:spMkLst>
            <pc:docMk/>
            <pc:sldMk cId="1600338391" sldId="282"/>
            <ac:spMk id="5" creationId="{670FD740-D0FF-B5D6-556D-2D5CD62C2D11}"/>
          </ac:spMkLst>
        </pc:spChg>
        <pc:spChg chg="add mod">
          <ac:chgData name="Ishan Malik" userId="75bbfd951af34ddf" providerId="LiveId" clId="{72EBD0DD-2070-4E6C-9DD9-806D8E44FFC7}" dt="2026-10-16T14:52:30.703" v="1179" actId="6549"/>
          <ac:spMkLst>
            <pc:docMk/>
            <pc:sldMk cId="1600338391" sldId="282"/>
            <ac:spMk id="7" creationId="{BBBEE7FA-95FB-F9CE-01F4-AD6C722DB358}"/>
          </ac:spMkLst>
        </pc:spChg>
      </pc:sldChg>
      <pc:sldChg chg="modSp add del mod ord modAnim">
        <pc:chgData name="Ishan Malik" userId="75bbfd951af34ddf" providerId="LiveId" clId="{72EBD0DD-2070-4E6C-9DD9-806D8E44FFC7}" dt="2026-10-16T12:53:47.763" v="1032" actId="47"/>
        <pc:sldMkLst>
          <pc:docMk/>
          <pc:sldMk cId="2760807178" sldId="282"/>
        </pc:sldMkLst>
        <pc:spChg chg="mod">
          <ac:chgData name="Ishan Malik" userId="75bbfd951af34ddf" providerId="LiveId" clId="{72EBD0DD-2070-4E6C-9DD9-806D8E44FFC7}" dt="2026-10-16T12:32:34.646" v="899" actId="5793"/>
          <ac:spMkLst>
            <pc:docMk/>
            <pc:sldMk cId="2760807178" sldId="282"/>
            <ac:spMk id="7" creationId="{EF70DD05-BB78-6DE6-E3C1-50420AF6E7CA}"/>
          </ac:spMkLst>
        </pc:spChg>
      </pc:sldChg>
      <pc:sldChg chg="modSp new del mod">
        <pc:chgData name="Ishan Malik" userId="75bbfd951af34ddf" providerId="LiveId" clId="{72EBD0DD-2070-4E6C-9DD9-806D8E44FFC7}" dt="2026-10-16T14:06:47.486" v="1133" actId="47"/>
        <pc:sldMkLst>
          <pc:docMk/>
          <pc:sldMk cId="2345897597" sldId="283"/>
        </pc:sldMkLst>
        <pc:spChg chg="mod">
          <ac:chgData name="Ishan Malik" userId="75bbfd951af34ddf" providerId="LiveId" clId="{72EBD0DD-2070-4E6C-9DD9-806D8E44FFC7}" dt="2026-10-16T12:56:56.286" v="1057"/>
          <ac:spMkLst>
            <pc:docMk/>
            <pc:sldMk cId="2345897597" sldId="283"/>
            <ac:spMk id="2" creationId="{10F351B3-B9E4-33B5-FC82-F8BEC766FE9E}"/>
          </ac:spMkLst>
        </pc:spChg>
        <pc:spChg chg="mod">
          <ac:chgData name="Ishan Malik" userId="75bbfd951af34ddf" providerId="LiveId" clId="{72EBD0DD-2070-4E6C-9DD9-806D8E44FFC7}" dt="2026-10-16T12:57:07.268" v="1060" actId="20577"/>
          <ac:spMkLst>
            <pc:docMk/>
            <pc:sldMk cId="2345897597" sldId="283"/>
            <ac:spMk id="3" creationId="{220C6945-50B5-AD24-BA8A-DCDB2BF1163F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499653622" sldId="283"/>
        </pc:sldMkLst>
        <pc:spChg chg="mod">
          <ac:chgData name="Ishan Malik" userId="75bbfd951af34ddf" providerId="LiveId" clId="{72EBD0DD-2070-4E6C-9DD9-806D8E44FFC7}" dt="2026-10-16T12:35:54.472" v="976" actId="20577"/>
          <ac:spMkLst>
            <pc:docMk/>
            <pc:sldMk cId="2499653622" sldId="283"/>
            <ac:spMk id="7" creationId="{98716BF6-807D-9169-4485-7D96C1DE2F5E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834533051" sldId="284"/>
        </pc:sldMkLst>
        <pc:spChg chg="mod">
          <ac:chgData name="Ishan Malik" userId="75bbfd951af34ddf" providerId="LiveId" clId="{72EBD0DD-2070-4E6C-9DD9-806D8E44FFC7}" dt="2026-10-16T12:38:51.858" v="1020" actId="20577"/>
          <ac:spMkLst>
            <pc:docMk/>
            <pc:sldMk cId="834533051" sldId="284"/>
            <ac:spMk id="7" creationId="{412BFBDB-9302-B879-049A-24882391314C}"/>
          </ac:spMkLst>
        </pc:sp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1560119285" sldId="284"/>
        </pc:sldMkLst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2" creationId="{B3533D23-F895-3BEB-DF33-E841749FDCF0}"/>
          </ac:spMkLst>
        </pc:spChg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3" creationId="{71B78E5E-A4D3-4349-42CF-49C9DE9EEFA4}"/>
          </ac:spMkLst>
        </pc:spChg>
        <pc:picChg chg="add">
          <ac:chgData name="Ishan Malik" userId="75bbfd951af34ddf" providerId="LiveId" clId="{72EBD0DD-2070-4E6C-9DD9-806D8E44FFC7}" dt="2026-10-16T13:02:12.663" v="1063" actId="22"/>
          <ac:picMkLst>
            <pc:docMk/>
            <pc:sldMk cId="1560119285" sldId="284"/>
            <ac:picMk id="5" creationId="{B7D4E983-A4AA-A71F-36D9-A35B1D8CBD42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3647402137" sldId="285"/>
        </pc:sldMkLst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2" creationId="{749529CB-5C47-E2E3-1E11-BD40FA1E908E}"/>
          </ac:spMkLst>
        </pc:spChg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3" creationId="{59EAC0F3-1252-E882-C717-5B3212ECC433}"/>
          </ac:spMkLst>
        </pc:spChg>
        <pc:picChg chg="add">
          <ac:chgData name="Ishan Malik" userId="75bbfd951af34ddf" providerId="LiveId" clId="{72EBD0DD-2070-4E6C-9DD9-806D8E44FFC7}" dt="2026-10-16T13:02:28.708" v="1066" actId="22"/>
          <ac:picMkLst>
            <pc:docMk/>
            <pc:sldMk cId="3647402137" sldId="285"/>
            <ac:picMk id="5" creationId="{8D87AD78-E8BD-17E2-62F8-B95FB77A37DE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1372197351" sldId="286"/>
        </pc:sldMkLst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2" creationId="{0992841B-C939-4170-2ECB-DAFD71616D0C}"/>
          </ac:spMkLst>
        </pc:spChg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3" creationId="{59694460-ADB9-63C1-1D2A-83A55FF7C3F6}"/>
          </ac:spMkLst>
        </pc:spChg>
        <pc:picChg chg="add">
          <ac:chgData name="Ishan Malik" userId="75bbfd951af34ddf" providerId="LiveId" clId="{72EBD0DD-2070-4E6C-9DD9-806D8E44FFC7}" dt="2026-10-16T13:11:08.313" v="1069" actId="22"/>
          <ac:picMkLst>
            <pc:docMk/>
            <pc:sldMk cId="1372197351" sldId="286"/>
            <ac:picMk id="5" creationId="{1C0C409E-1867-8AAE-CD7A-0A8CD0A41B41}"/>
          </ac:picMkLst>
        </pc:pic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2881740866" sldId="287"/>
        </pc:sldMkLst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2" creationId="{3099D7B1-6B93-DEE2-456A-111352668135}"/>
          </ac:spMkLst>
        </pc:spChg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3" creationId="{43181B6A-CACA-22FD-71B9-BEBEF48FBD1C}"/>
          </ac:spMkLst>
        </pc:spChg>
        <pc:picChg chg="add">
          <ac:chgData name="Ishan Malik" userId="75bbfd951af34ddf" providerId="LiveId" clId="{72EBD0DD-2070-4E6C-9DD9-806D8E44FFC7}" dt="2026-10-16T13:40:18.300" v="1072" actId="22"/>
          <ac:picMkLst>
            <pc:docMk/>
            <pc:sldMk cId="2881740866" sldId="287"/>
            <ac:picMk id="5" creationId="{D55AEC98-B707-E6FE-FD6E-037258750720}"/>
          </ac:picMkLst>
        </pc:pic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946037357" sldId="288"/>
        </pc:sldMkLst>
      </pc:sldChg>
      <pc:sldChg chg="modSp add mod modAnim">
        <pc:chgData name="Ishan Malik" userId="75bbfd951af34ddf" providerId="LiveId" clId="{72EBD0DD-2070-4E6C-9DD9-806D8E44FFC7}" dt="2026-10-16T16:20:33.179" v="1339" actId="20577"/>
        <pc:sldMkLst>
          <pc:docMk/>
          <pc:sldMk cId="2404380979" sldId="289"/>
        </pc:sldMkLst>
        <pc:spChg chg="mod">
          <ac:chgData name="Ishan Malik" userId="75bbfd951af34ddf" providerId="LiveId" clId="{72EBD0DD-2070-4E6C-9DD9-806D8E44FFC7}" dt="2026-10-16T16:20:33.179" v="1339" actId="20577"/>
          <ac:spMkLst>
            <pc:docMk/>
            <pc:sldMk cId="2404380979" sldId="289"/>
            <ac:spMk id="7" creationId="{F3A67794-4A97-9691-63F1-E84A05ABF576}"/>
          </ac:spMkLst>
        </pc:spChg>
      </pc:sldChg>
      <pc:sldChg chg="addSp delSp new mod">
        <pc:chgData name="Ishan Malik" userId="75bbfd951af34ddf" providerId="LiveId" clId="{72EBD0DD-2070-4E6C-9DD9-806D8E44FFC7}" dt="2026-10-16T15:16:48.015" v="1182" actId="22"/>
        <pc:sldMkLst>
          <pc:docMk/>
          <pc:sldMk cId="3209596444" sldId="290"/>
        </pc:sldMkLst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2" creationId="{DAAD2DD4-3C28-8C50-36C4-6DE00D112E22}"/>
          </ac:spMkLst>
        </pc:spChg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3" creationId="{7DC59C13-4E2C-6230-9122-D14458BB103C}"/>
          </ac:spMkLst>
        </pc:spChg>
        <pc:picChg chg="add">
          <ac:chgData name="Ishan Malik" userId="75bbfd951af34ddf" providerId="LiveId" clId="{72EBD0DD-2070-4E6C-9DD9-806D8E44FFC7}" dt="2026-10-16T15:16:48.015" v="1182" actId="22"/>
          <ac:picMkLst>
            <pc:docMk/>
            <pc:sldMk cId="3209596444" sldId="290"/>
            <ac:picMk id="5" creationId="{84B3CD50-4E2B-1625-2B8D-4615A68121E6}"/>
          </ac:picMkLst>
        </pc:picChg>
      </pc:sldChg>
      <pc:sldChg chg="addSp modSp new mod modAnim">
        <pc:chgData name="Ishan Malik" userId="75bbfd951af34ddf" providerId="LiveId" clId="{72EBD0DD-2070-4E6C-9DD9-806D8E44FFC7}" dt="2026-10-16T15:31:58.579" v="1263"/>
        <pc:sldMkLst>
          <pc:docMk/>
          <pc:sldMk cId="308682377" sldId="291"/>
        </pc:sldMkLst>
        <pc:spChg chg="mod">
          <ac:chgData name="Ishan Malik" userId="75bbfd951af34ddf" providerId="LiveId" clId="{72EBD0DD-2070-4E6C-9DD9-806D8E44FFC7}" dt="2026-10-16T15:26:39.382" v="1184"/>
          <ac:spMkLst>
            <pc:docMk/>
            <pc:sldMk cId="308682377" sldId="291"/>
            <ac:spMk id="2" creationId="{94E4AD8E-FDFB-59F9-9414-904E3C5C3E0A}"/>
          </ac:spMkLst>
        </pc:spChg>
        <pc:spChg chg="mod">
          <ac:chgData name="Ishan Malik" userId="75bbfd951af34ddf" providerId="LiveId" clId="{72EBD0DD-2070-4E6C-9DD9-806D8E44FFC7}" dt="2026-10-16T15:28:55.046" v="1223"/>
          <ac:spMkLst>
            <pc:docMk/>
            <pc:sldMk cId="308682377" sldId="291"/>
            <ac:spMk id="3" creationId="{604B4915-95FA-DD13-3F0C-010E66D28909}"/>
          </ac:spMkLst>
        </pc:spChg>
        <pc:spChg chg="add mod">
          <ac:chgData name="Ishan Malik" userId="75bbfd951af34ddf" providerId="LiveId" clId="{72EBD0DD-2070-4E6C-9DD9-806D8E44FFC7}" dt="2026-10-16T15:30:52.695" v="1248" actId="1076"/>
          <ac:spMkLst>
            <pc:docMk/>
            <pc:sldMk cId="308682377" sldId="291"/>
            <ac:spMk id="4" creationId="{F8B656AA-7F69-CFD3-142A-535FE1CF6954}"/>
          </ac:spMkLst>
        </pc:spChg>
        <pc:spChg chg="add mod">
          <ac:chgData name="Ishan Malik" userId="75bbfd951af34ddf" providerId="LiveId" clId="{72EBD0DD-2070-4E6C-9DD9-806D8E44FFC7}" dt="2026-10-16T15:31:24.819" v="1257" actId="1076"/>
          <ac:spMkLst>
            <pc:docMk/>
            <pc:sldMk cId="308682377" sldId="291"/>
            <ac:spMk id="5" creationId="{A3376280-1090-5C5C-96A6-A8734108D457}"/>
          </ac:spMkLst>
        </pc:spChg>
      </pc:sldChg>
      <pc:sldChg chg="addSp delSp modSp add mod delAnim modAnim">
        <pc:chgData name="Ishan Malik" userId="75bbfd951af34ddf" providerId="LiveId" clId="{72EBD0DD-2070-4E6C-9DD9-806D8E44FFC7}" dt="2026-10-16T15:33:56.382" v="1283" actId="20577"/>
        <pc:sldMkLst>
          <pc:docMk/>
          <pc:sldMk cId="1992385909" sldId="292"/>
        </pc:sldMkLst>
        <pc:spChg chg="mod">
          <ac:chgData name="Ishan Malik" userId="75bbfd951af34ddf" providerId="LiveId" clId="{72EBD0DD-2070-4E6C-9DD9-806D8E44FFC7}" dt="2026-10-16T15:32:39.512" v="1269" actId="20577"/>
          <ac:spMkLst>
            <pc:docMk/>
            <pc:sldMk cId="1992385909" sldId="292"/>
            <ac:spMk id="3" creationId="{01BCE78D-EB6A-AAD2-3472-45388A4F7EA2}"/>
          </ac:spMkLst>
        </pc:spChg>
        <pc:spChg chg="del">
          <ac:chgData name="Ishan Malik" userId="75bbfd951af34ddf" providerId="LiveId" clId="{72EBD0DD-2070-4E6C-9DD9-806D8E44FFC7}" dt="2026-10-16T15:32:19.832" v="1265" actId="478"/>
          <ac:spMkLst>
            <pc:docMk/>
            <pc:sldMk cId="1992385909" sldId="292"/>
            <ac:spMk id="4" creationId="{2F0BCB73-B940-FBC2-907B-29A23E9DE574}"/>
          </ac:spMkLst>
        </pc:spChg>
        <pc:spChg chg="add del mod">
          <ac:chgData name="Ishan Malik" userId="75bbfd951af34ddf" providerId="LiveId" clId="{72EBD0DD-2070-4E6C-9DD9-806D8E44FFC7}" dt="2026-10-16T15:33:00.115" v="1272" actId="478"/>
          <ac:spMkLst>
            <pc:docMk/>
            <pc:sldMk cId="1992385909" sldId="292"/>
            <ac:spMk id="5" creationId="{5813B278-F6E2-C067-DB57-9BCEC41AB66E}"/>
          </ac:spMkLst>
        </pc:spChg>
        <pc:spChg chg="add mod">
          <ac:chgData name="Ishan Malik" userId="75bbfd951af34ddf" providerId="LiveId" clId="{72EBD0DD-2070-4E6C-9DD9-806D8E44FFC7}" dt="2026-10-16T15:33:12.251" v="1274" actId="1076"/>
          <ac:spMkLst>
            <pc:docMk/>
            <pc:sldMk cId="1992385909" sldId="292"/>
            <ac:spMk id="6" creationId="{BDF5688C-FF9A-7CED-F61D-F0110DB1F1F2}"/>
          </ac:spMkLst>
        </pc:spChg>
        <pc:spChg chg="add mod">
          <ac:chgData name="Ishan Malik" userId="75bbfd951af34ddf" providerId="LiveId" clId="{72EBD0DD-2070-4E6C-9DD9-806D8E44FFC7}" dt="2026-10-16T15:33:56.382" v="1283" actId="20577"/>
          <ac:spMkLst>
            <pc:docMk/>
            <pc:sldMk cId="1992385909" sldId="292"/>
            <ac:spMk id="7" creationId="{2C704AFF-6FBE-4491-6A73-075EA009F20F}"/>
          </ac:spMkLst>
        </pc:spChg>
      </pc:sldChg>
      <pc:sldChg chg="addSp delSp modSp new mod">
        <pc:chgData name="Ishan Malik" userId="75bbfd951af34ddf" providerId="LiveId" clId="{72EBD0DD-2070-4E6C-9DD9-806D8E44FFC7}" dt="2026-10-16T15:37:35.712" v="1290" actId="22"/>
        <pc:sldMkLst>
          <pc:docMk/>
          <pc:sldMk cId="2932851628" sldId="293"/>
        </pc:sldMkLst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2" creationId="{E56FE932-0194-9401-F970-BD1185DACA3E}"/>
          </ac:spMkLst>
        </pc:spChg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3" creationId="{E1FB66C5-8728-9F93-43AA-F04ED982085D}"/>
          </ac:spMkLst>
        </pc:spChg>
        <pc:picChg chg="add mod">
          <ac:chgData name="Ishan Malik" userId="75bbfd951af34ddf" providerId="LiveId" clId="{72EBD0DD-2070-4E6C-9DD9-806D8E44FFC7}" dt="2026-10-16T15:35:47.622" v="1289" actId="14100"/>
          <ac:picMkLst>
            <pc:docMk/>
            <pc:sldMk cId="2932851628" sldId="293"/>
            <ac:picMk id="4" creationId="{03796133-2FE9-81C1-FB13-8E18922926CA}"/>
          </ac:picMkLst>
        </pc:picChg>
        <pc:picChg chg="add">
          <ac:chgData name="Ishan Malik" userId="75bbfd951af34ddf" providerId="LiveId" clId="{72EBD0DD-2070-4E6C-9DD9-806D8E44FFC7}" dt="2026-10-16T15:37:35.712" v="1290" actId="22"/>
          <ac:picMkLst>
            <pc:docMk/>
            <pc:sldMk cId="2932851628" sldId="293"/>
            <ac:picMk id="6" creationId="{B760F818-3D75-027F-99D1-0BDD32EC6EEE}"/>
          </ac:picMkLst>
        </pc:picChg>
      </pc:sldChg>
      <pc:sldChg chg="addSp delSp modSp new mod">
        <pc:chgData name="Ishan Malik" userId="75bbfd951af34ddf" providerId="LiveId" clId="{72EBD0DD-2070-4E6C-9DD9-806D8E44FFC7}" dt="2026-10-16T15:42:19.982" v="1296" actId="14100"/>
        <pc:sldMkLst>
          <pc:docMk/>
          <pc:sldMk cId="3032367073" sldId="294"/>
        </pc:sldMkLst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2" creationId="{51D78AE7-53F0-E543-5A30-B25A504C5965}"/>
          </ac:spMkLst>
        </pc:spChg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3" creationId="{BCB42619-BE65-A616-A999-FA629331DFC0}"/>
          </ac:spMkLst>
        </pc:spChg>
        <pc:picChg chg="add mod">
          <ac:chgData name="Ishan Malik" userId="75bbfd951af34ddf" providerId="LiveId" clId="{72EBD0DD-2070-4E6C-9DD9-806D8E44FFC7}" dt="2026-10-16T15:42:19.982" v="1296" actId="14100"/>
          <ac:picMkLst>
            <pc:docMk/>
            <pc:sldMk cId="3032367073" sldId="294"/>
            <ac:picMk id="4" creationId="{5736DA0C-064A-037D-1D22-9AF2F5CFE740}"/>
          </ac:picMkLst>
        </pc:picChg>
      </pc:sldChg>
      <pc:sldChg chg="addSp modSp new mod">
        <pc:chgData name="Ishan Malik" userId="75bbfd951af34ddf" providerId="LiveId" clId="{72EBD0DD-2070-4E6C-9DD9-806D8E44FFC7}" dt="2026-10-16T15:59:27.653" v="1310" actId="403"/>
        <pc:sldMkLst>
          <pc:docMk/>
          <pc:sldMk cId="4165888872" sldId="295"/>
        </pc:sldMkLst>
        <pc:spChg chg="mod">
          <ac:chgData name="Ishan Malik" userId="75bbfd951af34ddf" providerId="LiveId" clId="{72EBD0DD-2070-4E6C-9DD9-806D8E44FFC7}" dt="2026-10-16T15:58:10.913" v="1298"/>
          <ac:spMkLst>
            <pc:docMk/>
            <pc:sldMk cId="4165888872" sldId="295"/>
            <ac:spMk id="2" creationId="{05333C9E-F096-C81F-B951-05FD31E38F7B}"/>
          </ac:spMkLst>
        </pc:spChg>
        <pc:spChg chg="mod">
          <ac:chgData name="Ishan Malik" userId="75bbfd951af34ddf" providerId="LiveId" clId="{72EBD0DD-2070-4E6C-9DD9-806D8E44FFC7}" dt="2026-10-16T15:59:03.953" v="1305" actId="5793"/>
          <ac:spMkLst>
            <pc:docMk/>
            <pc:sldMk cId="4165888872" sldId="295"/>
            <ac:spMk id="3" creationId="{D68634F9-8428-A2D0-9B0E-D7B7BA8E83B8}"/>
          </ac:spMkLst>
        </pc:spChg>
        <pc:graphicFrameChg chg="add mod modGraphic">
          <ac:chgData name="Ishan Malik" userId="75bbfd951af34ddf" providerId="LiveId" clId="{72EBD0DD-2070-4E6C-9DD9-806D8E44FFC7}" dt="2026-10-16T15:59:27.653" v="1310" actId="403"/>
          <ac:graphicFrameMkLst>
            <pc:docMk/>
            <pc:sldMk cId="4165888872" sldId="295"/>
            <ac:graphicFrameMk id="4" creationId="{C82B418E-9943-7E6B-4FCE-D4C91854A403}"/>
          </ac:graphicFrameMkLst>
        </pc:graphicFrameChg>
      </pc:sldChg>
      <pc:sldChg chg="addSp delSp modSp new mod">
        <pc:chgData name="Ishan Malik" userId="75bbfd951af34ddf" providerId="LiveId" clId="{72EBD0DD-2070-4E6C-9DD9-806D8E44FFC7}" dt="2026-10-16T16:00:51.135" v="1316" actId="14100"/>
        <pc:sldMkLst>
          <pc:docMk/>
          <pc:sldMk cId="264340566" sldId="296"/>
        </pc:sldMkLst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2" creationId="{D23ED528-EAB7-488A-183A-38CC4811628F}"/>
          </ac:spMkLst>
        </pc:spChg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3" creationId="{3AEE7107-EEB2-064D-1B25-53B6EB6BD4F6}"/>
          </ac:spMkLst>
        </pc:spChg>
        <pc:picChg chg="add mod">
          <ac:chgData name="Ishan Malik" userId="75bbfd951af34ddf" providerId="LiveId" clId="{72EBD0DD-2070-4E6C-9DD9-806D8E44FFC7}" dt="2026-10-16T16:00:51.135" v="1316" actId="14100"/>
          <ac:picMkLst>
            <pc:docMk/>
            <pc:sldMk cId="264340566" sldId="296"/>
            <ac:picMk id="4" creationId="{B447CCAC-1B99-B5EA-3D8D-C5A08DE1CD1A}"/>
          </ac:picMkLst>
        </pc:picChg>
      </pc:sldChg>
      <pc:sldChg chg="modSp add mod modAnim">
        <pc:chgData name="Ishan Malik" userId="75bbfd951af34ddf" providerId="LiveId" clId="{72EBD0DD-2070-4E6C-9DD9-806D8E44FFC7}" dt="2026-10-16T16:22:28.204" v="1361" actId="20577"/>
        <pc:sldMkLst>
          <pc:docMk/>
          <pc:sldMk cId="1070963268" sldId="297"/>
        </pc:sldMkLst>
        <pc:spChg chg="mod">
          <ac:chgData name="Ishan Malik" userId="75bbfd951af34ddf" providerId="LiveId" clId="{72EBD0DD-2070-4E6C-9DD9-806D8E44FFC7}" dt="2026-10-16T16:22:28.204" v="1361" actId="20577"/>
          <ac:spMkLst>
            <pc:docMk/>
            <pc:sldMk cId="1070963268" sldId="297"/>
            <ac:spMk id="7" creationId="{18D6D02F-6EA3-0B85-9548-70CF104A3909}"/>
          </ac:spMkLst>
        </pc:spChg>
      </pc:sldChg>
      <pc:sldMasterChg chg="setBg modSldLayout">
        <pc:chgData name="Ishan Malik" userId="75bbfd951af34ddf" providerId="LiveId" clId="{72EBD0DD-2070-4E6C-9DD9-806D8E44FFC7}" dt="2026-10-14T10:20:21.400" v="599"/>
        <pc:sldMasterMkLst>
          <pc:docMk/>
          <pc:sldMasterMk cId="2391897416" sldId="2147483734"/>
        </pc:sldMasterMkLst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528853156" sldId="2147483735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783954484" sldId="2147483736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470398456" sldId="2147483737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476949328" sldId="2147483738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026524870" sldId="2147483739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512930578" sldId="2147483740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4005297906" sldId="2147483741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917291925" sldId="2147483742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149615843" sldId="2147483743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104170515" sldId="2147483744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268131318" sldId="2147483745"/>
          </pc:sldLayoutMkLst>
        </pc:sldLayoutChg>
      </pc:sldMasterChg>
      <pc:sldMasterChg chg="del delSldLayout">
        <pc:chgData name="Ishan Malik" userId="75bbfd951af34ddf" providerId="LiveId" clId="{72EBD0DD-2070-4E6C-9DD9-806D8E44FFC7}" dt="2026-10-16T14:06:47.486" v="1133" actId="47"/>
        <pc:sldMasterMkLst>
          <pc:docMk/>
          <pc:sldMasterMk cId="2927335781" sldId="2147483746"/>
        </pc:sldMasterMkLst>
        <pc:sldLayoutChg chg="del">
          <pc:chgData name="Ishan Malik" userId="75bbfd951af34ddf" providerId="LiveId" clId="{72EBD0DD-2070-4E6C-9DD9-806D8E44FFC7}" dt="2026-10-16T14:06:47.486" v="1133" actId="47"/>
          <pc:sldLayoutMkLst>
            <pc:docMk/>
            <pc:sldMasterMk cId="2927335781" sldId="2147483746"/>
            <pc:sldLayoutMk cId="2172948461" sldId="214748374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Dependency Injection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0FD740-D0FF-B5D6-556D-2D5CD62C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BEE7FA-95FB-F9CE-01F4-AD6C722DB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Dependency Injection</a:t>
            </a:r>
            <a:r>
              <a:rPr lang="en-US" dirty="0"/>
              <a:t> means a class receives the object it needs from outside, instead of creating that object itself.</a:t>
            </a:r>
          </a:p>
          <a:p>
            <a:r>
              <a:rPr lang="en-US" dirty="0"/>
              <a:t>Instead of creating the objects (its dependencies) internally using the new keyword, the dependencies are injected into the class from the outside, via a framework or container.</a:t>
            </a:r>
          </a:p>
        </p:txBody>
      </p:sp>
    </p:spTree>
    <p:extLst>
      <p:ext uri="{BB962C8B-B14F-4D97-AF65-F5344CB8AC3E}">
        <p14:creationId xmlns:p14="http://schemas.microsoft.com/office/powerpoint/2010/main" val="160033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B3CD50-4E2B-1625-2B8D-4615A681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96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4AD8E-FDFB-59F9-9414-904E3C5C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B4915-95FA-DD13-3F0C-010E66D28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Imagine a controller needs student-related business logic.</a:t>
            </a:r>
          </a:p>
          <a:p>
            <a:r>
              <a:rPr lang="en-US" dirty="0"/>
              <a:t>Without DI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B656AA-7F69-CFD3-142A-535FE1CF6954}"/>
              </a:ext>
            </a:extLst>
          </p:cNvPr>
          <p:cNvSpPr/>
          <p:nvPr/>
        </p:nvSpPr>
        <p:spPr>
          <a:xfrm>
            <a:off x="6096000" y="2364518"/>
            <a:ext cx="5215128" cy="2596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public class </a:t>
            </a:r>
            <a:r>
              <a:rPr lang="en-US" dirty="0" err="1"/>
              <a:t>StudentsController</a:t>
            </a:r>
            <a:r>
              <a:rPr lang="en-US" dirty="0"/>
              <a:t> : </a:t>
            </a:r>
            <a:r>
              <a:rPr lang="en-US" dirty="0" err="1"/>
              <a:t>ControllerBase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private </a:t>
            </a:r>
            <a:r>
              <a:rPr lang="en-US" dirty="0" err="1"/>
              <a:t>readonly</a:t>
            </a:r>
            <a:r>
              <a:rPr lang="en-US" dirty="0"/>
              <a:t> </a:t>
            </a:r>
            <a:r>
              <a:rPr lang="en-US" dirty="0" err="1"/>
              <a:t>StudentService</a:t>
            </a:r>
            <a:r>
              <a:rPr lang="en-US" dirty="0"/>
              <a:t> _</a:t>
            </a:r>
            <a:r>
              <a:rPr lang="en-US" dirty="0" err="1"/>
              <a:t>studentService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StudentsController</a:t>
            </a:r>
            <a:r>
              <a:rPr lang="en-US" dirty="0"/>
              <a:t>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_</a:t>
            </a:r>
            <a:r>
              <a:rPr lang="en-US" dirty="0" err="1"/>
              <a:t>studentService</a:t>
            </a:r>
            <a:r>
              <a:rPr lang="en-US" dirty="0"/>
              <a:t> = new </a:t>
            </a:r>
            <a:r>
              <a:rPr lang="en-US" dirty="0" err="1"/>
              <a:t>StudentService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376280-1090-5C5C-96A6-A8734108D457}"/>
              </a:ext>
            </a:extLst>
          </p:cNvPr>
          <p:cNvSpPr/>
          <p:nvPr/>
        </p:nvSpPr>
        <p:spPr>
          <a:xfrm>
            <a:off x="838200" y="2876582"/>
            <a:ext cx="5105400" cy="31035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Problem: the controller is directly responsible for creating </a:t>
            </a:r>
            <a:r>
              <a:rPr lang="en-US" sz="2000" dirty="0" err="1">
                <a:solidFill>
                  <a:schemeClr val="tx1"/>
                </a:solidFill>
              </a:rPr>
              <a:t>StudentService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This becomes difficult when: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StudentService</a:t>
            </a:r>
            <a:r>
              <a:rPr lang="en-US" sz="2000" dirty="0">
                <a:solidFill>
                  <a:schemeClr val="tx1"/>
                </a:solidFill>
              </a:rPr>
              <a:t> itself needs other services.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You want to replace the implementation later.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You want to test the controller separately.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Many controllers require the same service.</a:t>
            </a:r>
          </a:p>
        </p:txBody>
      </p:sp>
    </p:spTree>
    <p:extLst>
      <p:ext uri="{BB962C8B-B14F-4D97-AF65-F5344CB8AC3E}">
        <p14:creationId xmlns:p14="http://schemas.microsoft.com/office/powerpoint/2010/main" val="30868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0BF97-FDEA-568E-1C4B-771C1CB4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6F50-2F78-BE00-C2D1-BDE4EBC3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CE78D-EB6A-AAD2-3472-45388A4F7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DI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F5688C-FF9A-7CED-F61D-F0110DB1F1F2}"/>
              </a:ext>
            </a:extLst>
          </p:cNvPr>
          <p:cNvSpPr/>
          <p:nvPr/>
        </p:nvSpPr>
        <p:spPr>
          <a:xfrm>
            <a:off x="6138672" y="2130552"/>
            <a:ext cx="5215128" cy="2596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public class </a:t>
            </a:r>
            <a:r>
              <a:rPr lang="en-US" dirty="0" err="1"/>
              <a:t>StudentsController</a:t>
            </a:r>
            <a:r>
              <a:rPr lang="en-US" dirty="0"/>
              <a:t> : </a:t>
            </a:r>
            <a:r>
              <a:rPr lang="en-US" dirty="0" err="1"/>
              <a:t>ControllerBase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private </a:t>
            </a:r>
            <a:r>
              <a:rPr lang="en-US" dirty="0" err="1"/>
              <a:t>readonly</a:t>
            </a:r>
            <a:r>
              <a:rPr lang="en-US" dirty="0"/>
              <a:t> </a:t>
            </a:r>
            <a:r>
              <a:rPr lang="en-US" dirty="0" err="1"/>
              <a:t>StudentService</a:t>
            </a:r>
            <a:r>
              <a:rPr lang="en-US" dirty="0"/>
              <a:t> _</a:t>
            </a:r>
            <a:r>
              <a:rPr lang="en-US" dirty="0" err="1"/>
              <a:t>studentService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StudentsController</a:t>
            </a:r>
            <a:r>
              <a:rPr lang="en-US" dirty="0"/>
              <a:t>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_</a:t>
            </a:r>
            <a:r>
              <a:rPr lang="en-US" dirty="0" err="1"/>
              <a:t>studentService</a:t>
            </a:r>
            <a:r>
              <a:rPr lang="en-US" dirty="0"/>
              <a:t> = new </a:t>
            </a:r>
            <a:r>
              <a:rPr lang="en-US" dirty="0" err="1"/>
              <a:t>StudentService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704AFF-6FBE-4491-6A73-075EA009F20F}"/>
              </a:ext>
            </a:extLst>
          </p:cNvPr>
          <p:cNvSpPr/>
          <p:nvPr/>
        </p:nvSpPr>
        <p:spPr>
          <a:xfrm>
            <a:off x="838200" y="2449497"/>
            <a:ext cx="5105400" cy="31035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Here, the controller says: “I need an object that follows </a:t>
            </a:r>
            <a:r>
              <a:rPr lang="en-US" sz="2000" dirty="0" err="1">
                <a:solidFill>
                  <a:schemeClr val="tx1"/>
                </a:solidFill>
              </a:rPr>
              <a:t>IStudentService</a:t>
            </a:r>
            <a:r>
              <a:rPr lang="en-US" sz="2000" dirty="0">
                <a:solidFill>
                  <a:schemeClr val="tx1"/>
                </a:solidFill>
              </a:rPr>
              <a:t>.”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ASP.NET Core supplies it automatically because we register it in </a:t>
            </a:r>
            <a:r>
              <a:rPr lang="en-US" sz="2000" dirty="0" err="1">
                <a:solidFill>
                  <a:schemeClr val="tx1"/>
                </a:solidFill>
              </a:rPr>
              <a:t>Program.cs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This is called constructor injection, the most common and recommended DI approach.</a:t>
            </a:r>
          </a:p>
        </p:txBody>
      </p:sp>
    </p:spTree>
    <p:extLst>
      <p:ext uri="{BB962C8B-B14F-4D97-AF65-F5344CB8AC3E}">
        <p14:creationId xmlns:p14="http://schemas.microsoft.com/office/powerpoint/2010/main" val="199238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796133-2FE9-81C1-FB13-8E1892292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1999" cy="6861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60F818-3D75-027F-99D1-0BDD32EC6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5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36DA0C-064A-037D-1D22-9AF2F5CFE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1999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6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3C9E-F096-C81F-B951-05FD31E3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 Service Lifetimes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634F9-8428-A2D0-9B0E-D7B7BA8E8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registering a service, we must tell ASP.NET Core how long the service object should live.</a:t>
            </a:r>
          </a:p>
          <a:p>
            <a:r>
              <a:rPr lang="en-US" dirty="0"/>
              <a:t>There are three main lifetimes: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2B418E-9943-7E6B-4FCE-D4C91854A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457209"/>
              </p:ext>
            </p:extLst>
          </p:nvPr>
        </p:nvGraphicFramePr>
        <p:xfrm>
          <a:off x="838200" y="3429000"/>
          <a:ext cx="10515600" cy="1808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845091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95877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52195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Lifetime</a:t>
                      </a:r>
                      <a:endParaRPr lang="en-US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Meaning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Basic use case</a:t>
                      </a:r>
                      <a:endParaRPr lang="en-US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751210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Transient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New object whenever requested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Small, stateless helper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274692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Scoped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One object for one HTTP request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Business services, database work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64914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Singleton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One object for entire app lifetime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Shared read-only/configuration-style service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48234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88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47CCAC-1B99-B5EA-3D8D-C5A08DE1C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5"/>
            <a:ext cx="12191999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0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900F-EDE2-DA16-E456-32A4DF76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75B6-677A-7904-745E-C5A7C9D6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67794-4A97-9691-63F1-E84A05AB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What is the primary objective of Dependency Injection in software development?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increase the execution speed and memory efficiency of compiled applications.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achieve loose coupling by removing the direct creation of dependencies inside high-level classes.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completely eliminate the need for writing unit tests.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force classes to instantiate their own dependent objects internally.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40D6-F83F-7CB4-8F5A-F410D2FA6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92BF-A18E-2321-EC20-F7A8332A5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D6D02F-6EA3-0B85-9548-70CF104A3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How does Dependency Injection significantly improve unit testing?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allows mocking or stubbing out dependencies by passing fake or surrogate implementations into the class.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automatically generates all edge-case test assertions for your business logic.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ensures that all dependencies are hardcoded, preventing tests from failing due to external state changes.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makes tests run faster by bypassing the compilation phase entirely.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: A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96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6698C-308C-3EBE-9BA4-B6B425894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1E0C5-B9CE-51B7-97B9-0376B021D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010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818</TotalTime>
  <Words>443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Dependency Injection</vt:lpstr>
      <vt:lpstr>What is DI?</vt:lpstr>
      <vt:lpstr>PowerPoint Presentation</vt:lpstr>
      <vt:lpstr>Why Do We Need DI?</vt:lpstr>
      <vt:lpstr>Why Do We Need DI?</vt:lpstr>
      <vt:lpstr>PowerPoint Presentation</vt:lpstr>
      <vt:lpstr>PowerPoint Presentation</vt:lpstr>
      <vt:lpstr>DI Service Lifetimes</vt:lpstr>
      <vt:lpstr>PowerPoint Presentation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2026-10-16T16:22:29Z</dcterms:modified>
</cp:coreProperties>
</file>