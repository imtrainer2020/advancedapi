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4" r:id="rId1"/>
  </p:sldMasterIdLst>
  <p:sldIdLst>
    <p:sldId id="256" r:id="rId2"/>
    <p:sldId id="282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89" r:id="rId11"/>
    <p:sldId id="297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64C05D-6E00-4854-8987-AE05EE7382B8}" v="19" dt="2026-10-21T13:35:51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n Malik" userId="75bbfd951af34ddf" providerId="LiveId" clId="{72EBD0DD-2070-4E6C-9DD9-806D8E44FFC7}"/>
    <pc:docChg chg="undo custSel addSld delSld modSld sldOrd delMainMaster modMainMaster">
      <pc:chgData name="Ishan Malik" userId="75bbfd951af34ddf" providerId="LiveId" clId="{72EBD0DD-2070-4E6C-9DD9-806D8E44FFC7}" dt="2026-10-21T13:35:51.315" v="1380" actId="404"/>
      <pc:docMkLst>
        <pc:docMk/>
      </pc:docMkLst>
      <pc:sldChg chg="modSp new mod">
        <pc:chgData name="Ishan Malik" userId="75bbfd951af34ddf" providerId="LiveId" clId="{72EBD0DD-2070-4E6C-9DD9-806D8E44FFC7}" dt="2026-10-16T14:06:59.570" v="1153" actId="20577"/>
        <pc:sldMkLst>
          <pc:docMk/>
          <pc:sldMk cId="750024370" sldId="256"/>
        </pc:sldMkLst>
        <pc:spChg chg="mod">
          <ac:chgData name="Ishan Malik" userId="75bbfd951af34ddf" providerId="LiveId" clId="{72EBD0DD-2070-4E6C-9DD9-806D8E44FFC7}" dt="2026-10-16T14:06:59.570" v="1153" actId="20577"/>
          <ac:spMkLst>
            <pc:docMk/>
            <pc:sldMk cId="750024370" sldId="256"/>
            <ac:spMk id="2" creationId="{D46A0EEF-DD89-DC64-D8DD-D71BC18C1298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750024370" sldId="256"/>
            <ac:spMk id="3" creationId="{27706239-3D08-7827-C9F5-6B5D595662FE}"/>
          </ac:spMkLst>
        </pc:spChg>
      </pc:sldChg>
      <pc:sldChg chg="addSp delSp modSp new mod ord modClrScheme chgLayout">
        <pc:chgData name="Ishan Malik" userId="75bbfd951af34ddf" providerId="LiveId" clId="{72EBD0DD-2070-4E6C-9DD9-806D8E44FFC7}" dt="2026-10-16T13:54:07.444" v="1082"/>
        <pc:sldMkLst>
          <pc:docMk/>
          <pc:sldMk cId="701013432" sldId="281"/>
        </pc:sldMkLst>
        <pc:spChg chg="add mod ord">
          <ac:chgData name="Ishan Malik" userId="75bbfd951af34ddf" providerId="LiveId" clId="{72EBD0DD-2070-4E6C-9DD9-806D8E44FFC7}" dt="2026-10-16T12:39:07.854" v="1024" actId="20577"/>
          <ac:spMkLst>
            <pc:docMk/>
            <pc:sldMk cId="701013432" sldId="281"/>
            <ac:spMk id="4" creationId="{56E6698C-308C-3EBE-9BA4-B6B425894670}"/>
          </ac:spMkLst>
        </pc:spChg>
        <pc:spChg chg="add mod ord">
          <ac:chgData name="Ishan Malik" userId="75bbfd951af34ddf" providerId="LiveId" clId="{72EBD0DD-2070-4E6C-9DD9-806D8E44FFC7}" dt="2026-10-16T12:39:11.933" v="1031" actId="20577"/>
          <ac:spMkLst>
            <pc:docMk/>
            <pc:sldMk cId="701013432" sldId="281"/>
            <ac:spMk id="5" creationId="{D651E0C5-B9CE-51B7-97B9-0376B021DFEF}"/>
          </ac:spMkLst>
        </pc:spChg>
      </pc:sldChg>
      <pc:sldChg chg="addSp delSp modSp new mod modAnim">
        <pc:chgData name="Ishan Malik" userId="75bbfd951af34ddf" providerId="LiveId" clId="{72EBD0DD-2070-4E6C-9DD9-806D8E44FFC7}" dt="2026-10-16T15:31:42.812" v="1261"/>
        <pc:sldMkLst>
          <pc:docMk/>
          <pc:sldMk cId="1600338391" sldId="282"/>
        </pc:sldMkLst>
        <pc:spChg chg="add mod">
          <ac:chgData name="Ishan Malik" userId="75bbfd951af34ddf" providerId="LiveId" clId="{72EBD0DD-2070-4E6C-9DD9-806D8E44FFC7}" dt="2026-10-16T14:44:44.883" v="1167" actId="20577"/>
          <ac:spMkLst>
            <pc:docMk/>
            <pc:sldMk cId="1600338391" sldId="282"/>
            <ac:spMk id="5" creationId="{670FD740-D0FF-B5D6-556D-2D5CD62C2D11}"/>
          </ac:spMkLst>
        </pc:spChg>
        <pc:spChg chg="add mod">
          <ac:chgData name="Ishan Malik" userId="75bbfd951af34ddf" providerId="LiveId" clId="{72EBD0DD-2070-4E6C-9DD9-806D8E44FFC7}" dt="2026-10-16T14:52:30.703" v="1179" actId="6549"/>
          <ac:spMkLst>
            <pc:docMk/>
            <pc:sldMk cId="1600338391" sldId="282"/>
            <ac:spMk id="7" creationId="{BBBEE7FA-95FB-F9CE-01F4-AD6C722DB358}"/>
          </ac:spMkLst>
        </pc:spChg>
      </pc:sldChg>
      <pc:sldChg chg="modSp add mod modAnim">
        <pc:chgData name="Ishan Malik" userId="75bbfd951af34ddf" providerId="LiveId" clId="{72EBD0DD-2070-4E6C-9DD9-806D8E44FFC7}" dt="2026-10-16T16:20:33.179" v="1339" actId="20577"/>
        <pc:sldMkLst>
          <pc:docMk/>
          <pc:sldMk cId="2404380979" sldId="289"/>
        </pc:sldMkLst>
        <pc:spChg chg="mod">
          <ac:chgData name="Ishan Malik" userId="75bbfd951af34ddf" providerId="LiveId" clId="{72EBD0DD-2070-4E6C-9DD9-806D8E44FFC7}" dt="2026-10-16T16:20:33.179" v="1339" actId="20577"/>
          <ac:spMkLst>
            <pc:docMk/>
            <pc:sldMk cId="2404380979" sldId="289"/>
            <ac:spMk id="7" creationId="{F3A67794-4A97-9691-63F1-E84A05ABF576}"/>
          </ac:spMkLst>
        </pc:spChg>
      </pc:sldChg>
      <pc:sldChg chg="addSp delSp new mod">
        <pc:chgData name="Ishan Malik" userId="75bbfd951af34ddf" providerId="LiveId" clId="{72EBD0DD-2070-4E6C-9DD9-806D8E44FFC7}" dt="2026-10-16T15:16:48.015" v="1182" actId="22"/>
        <pc:sldMkLst>
          <pc:docMk/>
          <pc:sldMk cId="3209596444" sldId="290"/>
        </pc:sldMkLst>
        <pc:picChg chg="add">
          <ac:chgData name="Ishan Malik" userId="75bbfd951af34ddf" providerId="LiveId" clId="{72EBD0DD-2070-4E6C-9DD9-806D8E44FFC7}" dt="2026-10-16T15:16:48.015" v="1182" actId="22"/>
          <ac:picMkLst>
            <pc:docMk/>
            <pc:sldMk cId="3209596444" sldId="290"/>
            <ac:picMk id="5" creationId="{84B3CD50-4E2B-1625-2B8D-4615A68121E6}"/>
          </ac:picMkLst>
        </pc:picChg>
      </pc:sldChg>
      <pc:sldChg chg="addSp modSp new mod modAnim">
        <pc:chgData name="Ishan Malik" userId="75bbfd951af34ddf" providerId="LiveId" clId="{72EBD0DD-2070-4E6C-9DD9-806D8E44FFC7}" dt="2026-10-16T15:31:58.579" v="1263"/>
        <pc:sldMkLst>
          <pc:docMk/>
          <pc:sldMk cId="308682377" sldId="291"/>
        </pc:sldMkLst>
        <pc:spChg chg="mod">
          <ac:chgData name="Ishan Malik" userId="75bbfd951af34ddf" providerId="LiveId" clId="{72EBD0DD-2070-4E6C-9DD9-806D8E44FFC7}" dt="2026-10-16T15:26:39.382" v="1184"/>
          <ac:spMkLst>
            <pc:docMk/>
            <pc:sldMk cId="308682377" sldId="291"/>
            <ac:spMk id="2" creationId="{94E4AD8E-FDFB-59F9-9414-904E3C5C3E0A}"/>
          </ac:spMkLst>
        </pc:spChg>
        <pc:spChg chg="mod">
          <ac:chgData name="Ishan Malik" userId="75bbfd951af34ddf" providerId="LiveId" clId="{72EBD0DD-2070-4E6C-9DD9-806D8E44FFC7}" dt="2026-10-16T15:28:55.046" v="1223"/>
          <ac:spMkLst>
            <pc:docMk/>
            <pc:sldMk cId="308682377" sldId="291"/>
            <ac:spMk id="3" creationId="{604B4915-95FA-DD13-3F0C-010E66D28909}"/>
          </ac:spMkLst>
        </pc:spChg>
        <pc:spChg chg="add mod">
          <ac:chgData name="Ishan Malik" userId="75bbfd951af34ddf" providerId="LiveId" clId="{72EBD0DD-2070-4E6C-9DD9-806D8E44FFC7}" dt="2026-10-16T15:30:52.695" v="1248" actId="1076"/>
          <ac:spMkLst>
            <pc:docMk/>
            <pc:sldMk cId="308682377" sldId="291"/>
            <ac:spMk id="4" creationId="{F8B656AA-7F69-CFD3-142A-535FE1CF6954}"/>
          </ac:spMkLst>
        </pc:spChg>
        <pc:spChg chg="add mod">
          <ac:chgData name="Ishan Malik" userId="75bbfd951af34ddf" providerId="LiveId" clId="{72EBD0DD-2070-4E6C-9DD9-806D8E44FFC7}" dt="2026-10-16T15:31:24.819" v="1257" actId="1076"/>
          <ac:spMkLst>
            <pc:docMk/>
            <pc:sldMk cId="308682377" sldId="291"/>
            <ac:spMk id="5" creationId="{A3376280-1090-5C5C-96A6-A8734108D457}"/>
          </ac:spMkLst>
        </pc:spChg>
      </pc:sldChg>
      <pc:sldChg chg="addSp delSp modSp add mod delAnim modAnim">
        <pc:chgData name="Ishan Malik" userId="75bbfd951af34ddf" providerId="LiveId" clId="{72EBD0DD-2070-4E6C-9DD9-806D8E44FFC7}" dt="2026-10-21T13:35:51.315" v="1380" actId="404"/>
        <pc:sldMkLst>
          <pc:docMk/>
          <pc:sldMk cId="1992385909" sldId="292"/>
        </pc:sldMkLst>
        <pc:spChg chg="mod">
          <ac:chgData name="Ishan Malik" userId="75bbfd951af34ddf" providerId="LiveId" clId="{72EBD0DD-2070-4E6C-9DD9-806D8E44FFC7}" dt="2026-10-16T15:32:39.512" v="1269" actId="20577"/>
          <ac:spMkLst>
            <pc:docMk/>
            <pc:sldMk cId="1992385909" sldId="292"/>
            <ac:spMk id="3" creationId="{01BCE78D-EB6A-AAD2-3472-45388A4F7EA2}"/>
          </ac:spMkLst>
        </pc:spChg>
        <pc:spChg chg="add mod">
          <ac:chgData name="Ishan Malik" userId="75bbfd951af34ddf" providerId="LiveId" clId="{72EBD0DD-2070-4E6C-9DD9-806D8E44FFC7}" dt="2026-10-21T13:35:51.315" v="1380" actId="404"/>
          <ac:spMkLst>
            <pc:docMk/>
            <pc:sldMk cId="1992385909" sldId="292"/>
            <ac:spMk id="6" creationId="{BDF5688C-FF9A-7CED-F61D-F0110DB1F1F2}"/>
          </ac:spMkLst>
        </pc:spChg>
        <pc:spChg chg="add mod">
          <ac:chgData name="Ishan Malik" userId="75bbfd951af34ddf" providerId="LiveId" clId="{72EBD0DD-2070-4E6C-9DD9-806D8E44FFC7}" dt="2026-10-16T15:33:56.382" v="1283" actId="20577"/>
          <ac:spMkLst>
            <pc:docMk/>
            <pc:sldMk cId="1992385909" sldId="292"/>
            <ac:spMk id="7" creationId="{2C704AFF-6FBE-4491-6A73-075EA009F20F}"/>
          </ac:spMkLst>
        </pc:spChg>
      </pc:sldChg>
      <pc:sldChg chg="addSp delSp modSp new mod">
        <pc:chgData name="Ishan Malik" userId="75bbfd951af34ddf" providerId="LiveId" clId="{72EBD0DD-2070-4E6C-9DD9-806D8E44FFC7}" dt="2026-10-16T15:37:35.712" v="1290" actId="22"/>
        <pc:sldMkLst>
          <pc:docMk/>
          <pc:sldMk cId="2932851628" sldId="293"/>
        </pc:sldMkLst>
        <pc:picChg chg="add mod">
          <ac:chgData name="Ishan Malik" userId="75bbfd951af34ddf" providerId="LiveId" clId="{72EBD0DD-2070-4E6C-9DD9-806D8E44FFC7}" dt="2026-10-16T15:35:47.622" v="1289" actId="14100"/>
          <ac:picMkLst>
            <pc:docMk/>
            <pc:sldMk cId="2932851628" sldId="293"/>
            <ac:picMk id="4" creationId="{03796133-2FE9-81C1-FB13-8E18922926CA}"/>
          </ac:picMkLst>
        </pc:picChg>
        <pc:picChg chg="add">
          <ac:chgData name="Ishan Malik" userId="75bbfd951af34ddf" providerId="LiveId" clId="{72EBD0DD-2070-4E6C-9DD9-806D8E44FFC7}" dt="2026-10-16T15:37:35.712" v="1290" actId="22"/>
          <ac:picMkLst>
            <pc:docMk/>
            <pc:sldMk cId="2932851628" sldId="293"/>
            <ac:picMk id="6" creationId="{B760F818-3D75-027F-99D1-0BDD32EC6EEE}"/>
          </ac:picMkLst>
        </pc:picChg>
      </pc:sldChg>
      <pc:sldChg chg="addSp delSp modSp new mod">
        <pc:chgData name="Ishan Malik" userId="75bbfd951af34ddf" providerId="LiveId" clId="{72EBD0DD-2070-4E6C-9DD9-806D8E44FFC7}" dt="2026-10-16T15:42:19.982" v="1296" actId="14100"/>
        <pc:sldMkLst>
          <pc:docMk/>
          <pc:sldMk cId="3032367073" sldId="294"/>
        </pc:sldMkLst>
        <pc:picChg chg="add mod">
          <ac:chgData name="Ishan Malik" userId="75bbfd951af34ddf" providerId="LiveId" clId="{72EBD0DD-2070-4E6C-9DD9-806D8E44FFC7}" dt="2026-10-16T15:42:19.982" v="1296" actId="14100"/>
          <ac:picMkLst>
            <pc:docMk/>
            <pc:sldMk cId="3032367073" sldId="294"/>
            <ac:picMk id="4" creationId="{5736DA0C-064A-037D-1D22-9AF2F5CFE740}"/>
          </ac:picMkLst>
        </pc:picChg>
      </pc:sldChg>
      <pc:sldChg chg="addSp modSp new mod">
        <pc:chgData name="Ishan Malik" userId="75bbfd951af34ddf" providerId="LiveId" clId="{72EBD0DD-2070-4E6C-9DD9-806D8E44FFC7}" dt="2026-10-16T15:59:27.653" v="1310" actId="403"/>
        <pc:sldMkLst>
          <pc:docMk/>
          <pc:sldMk cId="4165888872" sldId="295"/>
        </pc:sldMkLst>
        <pc:spChg chg="mod">
          <ac:chgData name="Ishan Malik" userId="75bbfd951af34ddf" providerId="LiveId" clId="{72EBD0DD-2070-4E6C-9DD9-806D8E44FFC7}" dt="2026-10-16T15:58:10.913" v="1298"/>
          <ac:spMkLst>
            <pc:docMk/>
            <pc:sldMk cId="4165888872" sldId="295"/>
            <ac:spMk id="2" creationId="{05333C9E-F096-C81F-B951-05FD31E38F7B}"/>
          </ac:spMkLst>
        </pc:spChg>
        <pc:spChg chg="mod">
          <ac:chgData name="Ishan Malik" userId="75bbfd951af34ddf" providerId="LiveId" clId="{72EBD0DD-2070-4E6C-9DD9-806D8E44FFC7}" dt="2026-10-16T15:59:03.953" v="1305" actId="5793"/>
          <ac:spMkLst>
            <pc:docMk/>
            <pc:sldMk cId="4165888872" sldId="295"/>
            <ac:spMk id="3" creationId="{D68634F9-8428-A2D0-9B0E-D7B7BA8E83B8}"/>
          </ac:spMkLst>
        </pc:spChg>
        <pc:graphicFrameChg chg="add mod modGraphic">
          <ac:chgData name="Ishan Malik" userId="75bbfd951af34ddf" providerId="LiveId" clId="{72EBD0DD-2070-4E6C-9DD9-806D8E44FFC7}" dt="2026-10-16T15:59:27.653" v="1310" actId="403"/>
          <ac:graphicFrameMkLst>
            <pc:docMk/>
            <pc:sldMk cId="4165888872" sldId="295"/>
            <ac:graphicFrameMk id="4" creationId="{C82B418E-9943-7E6B-4FCE-D4C91854A403}"/>
          </ac:graphicFrameMkLst>
        </pc:graphicFrameChg>
      </pc:sldChg>
      <pc:sldChg chg="addSp delSp modSp new mod">
        <pc:chgData name="Ishan Malik" userId="75bbfd951af34ddf" providerId="LiveId" clId="{72EBD0DD-2070-4E6C-9DD9-806D8E44FFC7}" dt="2026-10-16T16:00:51.135" v="1316" actId="14100"/>
        <pc:sldMkLst>
          <pc:docMk/>
          <pc:sldMk cId="264340566" sldId="296"/>
        </pc:sldMkLst>
        <pc:picChg chg="add mod">
          <ac:chgData name="Ishan Malik" userId="75bbfd951af34ddf" providerId="LiveId" clId="{72EBD0DD-2070-4E6C-9DD9-806D8E44FFC7}" dt="2026-10-16T16:00:51.135" v="1316" actId="14100"/>
          <ac:picMkLst>
            <pc:docMk/>
            <pc:sldMk cId="264340566" sldId="296"/>
            <ac:picMk id="4" creationId="{B447CCAC-1B99-B5EA-3D8D-C5A08DE1CD1A}"/>
          </ac:picMkLst>
        </pc:picChg>
      </pc:sldChg>
      <pc:sldChg chg="modSp add mod modAnim">
        <pc:chgData name="Ishan Malik" userId="75bbfd951af34ddf" providerId="LiveId" clId="{72EBD0DD-2070-4E6C-9DD9-806D8E44FFC7}" dt="2026-10-16T16:22:28.204" v="1361" actId="20577"/>
        <pc:sldMkLst>
          <pc:docMk/>
          <pc:sldMk cId="1070963268" sldId="297"/>
        </pc:sldMkLst>
        <pc:spChg chg="mod">
          <ac:chgData name="Ishan Malik" userId="75bbfd951af34ddf" providerId="LiveId" clId="{72EBD0DD-2070-4E6C-9DD9-806D8E44FFC7}" dt="2026-10-16T16:22:28.204" v="1361" actId="20577"/>
          <ac:spMkLst>
            <pc:docMk/>
            <pc:sldMk cId="1070963268" sldId="297"/>
            <ac:spMk id="7" creationId="{18D6D02F-6EA3-0B85-9548-70CF104A3909}"/>
          </ac:spMkLst>
        </pc:spChg>
      </pc:sldChg>
      <pc:sldMasterChg chg="setBg modSldLayout">
        <pc:chgData name="Ishan Malik" userId="75bbfd951af34ddf" providerId="LiveId" clId="{72EBD0DD-2070-4E6C-9DD9-806D8E44FFC7}" dt="2026-10-14T10:20:21.400" v="599"/>
        <pc:sldMasterMkLst>
          <pc:docMk/>
          <pc:sldMasterMk cId="2391897416" sldId="2147483734"/>
        </pc:sldMasterMkLst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528853156" sldId="2147483735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783954484" sldId="2147483736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470398456" sldId="2147483737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476949328" sldId="2147483738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026524870" sldId="2147483739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512930578" sldId="2147483740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4005297906" sldId="2147483741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917291925" sldId="2147483742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149615843" sldId="2147483743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104170515" sldId="2147483744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268131318" sldId="214748374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DD2-7816-F6FC-3C18-F52F52589D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270EB-C8DB-9B4F-1DBA-5925160F4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65586-17EC-3BE2-F404-19EE1ACE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BF2F-F86F-CFCF-696E-433E85BA4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58CE9-585A-55AB-FFFE-F965C739D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853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DE2F-F42D-C29A-DCA6-98E26408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9BD66-84CF-1AA6-E91F-01BA376C6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2F830-F2BC-7114-38F9-5BA5C1CEC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7E21-96E6-F566-362A-E468261BE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B0A26-5957-ACAF-9D2E-FB9D1C09C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4ACD-3626-A3BA-621F-B6DDCA23F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A2707-8FA4-F332-0E2B-68CD9DFF3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27F2A-E65C-7C45-845C-5394BA702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0ADB-E9EC-7F92-F443-732E224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B0EB9-1D31-B55C-F812-733B9358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9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90825-AC13-8B04-7D7C-FAEDA8792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173E9-37FD-C274-998A-797758828B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8CDA3-7D40-2F1A-D77D-9B134C51AD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DE023-1A9B-6B75-DC61-A0B32A646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D6E24C-F943-F6E3-2872-764186392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04FC1-1347-D23E-1B86-B2B226DD9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949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93B0-9BE8-E535-29E7-DE2D6A7AC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D393C5-4129-3376-AEA9-02DE3B6FF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F083DE-999D-2A34-E30E-666AE1912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5B64F1-C5E9-DAD9-90FD-4756B96E6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78630-FA36-97C5-30E3-BAD0F51C9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BCFC5-274D-068E-521D-07560C519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C5BB4-AE16-0498-2D6B-0949A019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52246-6E74-C8F8-3FAE-33D0F68A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524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ED2BC-F397-98CD-BA79-1D176A06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2046D-E2D7-A192-FD3B-CE046F7AB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DB50D-E531-B2BF-CB4A-734C6E80C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9491D-E0A2-B43F-511D-C7B4A9F14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930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8C1665-DC68-D1B4-C21B-3004C7FF9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23FF50-F088-7257-D60D-305692845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191CE-AA7B-4295-AE4D-E43C18FD3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9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EF5B1-8597-61AB-E76B-CC71B0B6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357C3-6A16-3842-F7CF-42D4D7961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00AC4E-9ED5-FAFA-7865-C5C4300AD6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7D588-B438-C2AB-3B07-03D59643C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836AC4-53F8-0DB7-51C1-5D77732A2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54739-9F1E-D7C9-1977-266B08CA2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91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EA2EC-F4C3-7D7C-D1E7-15B4BF6E1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5AAB95-F84C-BEE8-2409-1A96850F1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9DC4C6-3F7C-19A0-A4EF-DC56E9EBDA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43F03-AD3C-BE94-406F-A27847FD7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A0DF6-26B2-C2E3-CE13-6CA9067EC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1A1395-EAC9-3A4A-D40F-4A52A0EFB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615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53A7-6633-5D52-9DF2-436A10D6A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6B8013-B2EC-823E-0150-C1D515666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ADF45-EE13-7F7D-28C5-7EEE48B60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293ED-A544-C2CA-E46C-D879694D5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307A3-4C8A-3502-488F-1A8E99F12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70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6A5350-F128-9DE0-5458-C7D6EEF531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BE8A7B-449E-E1FA-8366-10607D808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3AC17-0A84-1B31-82FD-C7082A78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B4CFF-E0D7-394F-9B35-1B6DAD627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58F16-A8AE-60CA-325D-CB94B84D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31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512005-0CD1-5DBC-00ED-825BF5841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448312-0DD2-9F75-7432-7777ACDFD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55CF5-D5CD-E0BD-7614-D2D359F4CE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337D0-0CC8-4BBF-AA82-34B4F69696D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803CF-5C72-0A74-12D1-4B21642D5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438A3-F345-695C-75C7-DE890850D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974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A0EEF-DD89-DC64-D8DD-D71BC18C12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Dependency Injection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06239-3D08-7827-C9F5-6B5D595662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Ishaan Malik</a:t>
            </a:r>
          </a:p>
        </p:txBody>
      </p:sp>
    </p:spTree>
    <p:extLst>
      <p:ext uri="{BB962C8B-B14F-4D97-AF65-F5344CB8AC3E}">
        <p14:creationId xmlns:p14="http://schemas.microsoft.com/office/powerpoint/2010/main" val="750024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0FD740-D0FF-B5D6-556D-2D5CD62C2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DI?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BBEE7FA-95FB-F9CE-01F4-AD6C722DB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Dependency Injection</a:t>
            </a:r>
            <a:r>
              <a:rPr lang="en-US" dirty="0"/>
              <a:t> means a class receives the object it needs from outside, instead of creating that object itself.</a:t>
            </a:r>
          </a:p>
          <a:p>
            <a:r>
              <a:rPr lang="en-US" dirty="0"/>
              <a:t>Instead of creating the objects (its dependencies) internally using the new keyword, the dependencies are injected into the class from the outside, via a framework or container.</a:t>
            </a:r>
          </a:p>
        </p:txBody>
      </p:sp>
    </p:spTree>
    <p:extLst>
      <p:ext uri="{BB962C8B-B14F-4D97-AF65-F5344CB8AC3E}">
        <p14:creationId xmlns:p14="http://schemas.microsoft.com/office/powerpoint/2010/main" val="1600338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3CD50-4E2B-1625-2B8D-4615A681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596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4AD8E-FDFB-59F9-9414-904E3C5C3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DI?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B4915-95FA-DD13-3F0C-010E66D28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Imagine a controller needs student-related business logic.</a:t>
            </a:r>
          </a:p>
          <a:p>
            <a:r>
              <a:rPr lang="en-US" dirty="0"/>
              <a:t>Without DI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B656AA-7F69-CFD3-142A-535FE1CF6954}"/>
              </a:ext>
            </a:extLst>
          </p:cNvPr>
          <p:cNvSpPr/>
          <p:nvPr/>
        </p:nvSpPr>
        <p:spPr>
          <a:xfrm>
            <a:off x="6096000" y="2364518"/>
            <a:ext cx="5215128" cy="25968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public class </a:t>
            </a:r>
            <a:r>
              <a:rPr lang="en-US" dirty="0" err="1"/>
              <a:t>StudentsController</a:t>
            </a:r>
            <a:r>
              <a:rPr lang="en-US" dirty="0"/>
              <a:t> : </a:t>
            </a:r>
            <a:r>
              <a:rPr lang="en-US" dirty="0" err="1"/>
              <a:t>ControllerBase</a:t>
            </a:r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  private </a:t>
            </a:r>
            <a:r>
              <a:rPr lang="en-US" dirty="0" err="1"/>
              <a:t>readonly</a:t>
            </a:r>
            <a:r>
              <a:rPr lang="en-US" dirty="0"/>
              <a:t> </a:t>
            </a:r>
            <a:r>
              <a:rPr lang="en-US" dirty="0" err="1"/>
              <a:t>StudentService</a:t>
            </a:r>
            <a:r>
              <a:rPr lang="en-US" dirty="0"/>
              <a:t> _</a:t>
            </a:r>
            <a:r>
              <a:rPr lang="en-US" dirty="0" err="1"/>
              <a:t>studentService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StudentsController</a:t>
            </a:r>
            <a:r>
              <a:rPr lang="en-US" dirty="0"/>
              <a:t>()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_</a:t>
            </a:r>
            <a:r>
              <a:rPr lang="en-US" dirty="0" err="1"/>
              <a:t>studentService</a:t>
            </a:r>
            <a:r>
              <a:rPr lang="en-US" dirty="0"/>
              <a:t> = new </a:t>
            </a:r>
            <a:r>
              <a:rPr lang="en-US" dirty="0" err="1"/>
              <a:t>StudentService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376280-1090-5C5C-96A6-A8734108D457}"/>
              </a:ext>
            </a:extLst>
          </p:cNvPr>
          <p:cNvSpPr/>
          <p:nvPr/>
        </p:nvSpPr>
        <p:spPr>
          <a:xfrm>
            <a:off x="838200" y="2876582"/>
            <a:ext cx="5105400" cy="31035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</a:rPr>
              <a:t>Problem: the controller is directly responsible for creating </a:t>
            </a:r>
            <a:r>
              <a:rPr lang="en-US" sz="2000" dirty="0" err="1">
                <a:solidFill>
                  <a:schemeClr val="tx1"/>
                </a:solidFill>
              </a:rPr>
              <a:t>StudentService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</a:p>
          <a:p>
            <a:br>
              <a:rPr lang="en-US" sz="2000" dirty="0">
                <a:solidFill>
                  <a:schemeClr val="tx1"/>
                </a:solidFill>
              </a:rPr>
            </a:br>
            <a:r>
              <a:rPr lang="en-US" sz="2000" dirty="0">
                <a:solidFill>
                  <a:schemeClr val="tx1"/>
                </a:solidFill>
              </a:rPr>
              <a:t>This becomes difficult when: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/>
                </a:solidFill>
              </a:rPr>
              <a:t>StudentService</a:t>
            </a:r>
            <a:r>
              <a:rPr lang="en-US" sz="2000" dirty="0">
                <a:solidFill>
                  <a:schemeClr val="tx1"/>
                </a:solidFill>
              </a:rPr>
              <a:t> itself needs other services.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You want to replace the implementation later.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You want to test the controller separately.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Many controllers require the same service.</a:t>
            </a:r>
          </a:p>
        </p:txBody>
      </p:sp>
    </p:spTree>
    <p:extLst>
      <p:ext uri="{BB962C8B-B14F-4D97-AF65-F5344CB8AC3E}">
        <p14:creationId xmlns:p14="http://schemas.microsoft.com/office/powerpoint/2010/main" val="308682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BF97-FDEA-568E-1C4B-771C1CB4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C6F50-2F78-BE00-C2D1-BDE4EBC3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DI?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CE78D-EB6A-AAD2-3472-45388A4F7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DI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F5688C-FF9A-7CED-F61D-F0110DB1F1F2}"/>
              </a:ext>
            </a:extLst>
          </p:cNvPr>
          <p:cNvSpPr/>
          <p:nvPr/>
        </p:nvSpPr>
        <p:spPr>
          <a:xfrm>
            <a:off x="6138672" y="2130552"/>
            <a:ext cx="5215128" cy="25968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public class </a:t>
            </a:r>
            <a:r>
              <a:rPr lang="en-US" sz="1600" dirty="0" err="1"/>
              <a:t>StudentsController</a:t>
            </a:r>
            <a:r>
              <a:rPr lang="en-US" sz="1600" dirty="0"/>
              <a:t> : </a:t>
            </a:r>
            <a:r>
              <a:rPr lang="en-US" sz="1600" dirty="0" err="1"/>
              <a:t>ControllerBase</a:t>
            </a:r>
            <a:endParaRPr lang="en-US" sz="1600" dirty="0"/>
          </a:p>
          <a:p>
            <a:r>
              <a:rPr lang="en-US" sz="1600" dirty="0"/>
              <a:t>{</a:t>
            </a:r>
          </a:p>
          <a:p>
            <a:r>
              <a:rPr lang="en-US" sz="1600" dirty="0"/>
              <a:t>    private </a:t>
            </a:r>
            <a:r>
              <a:rPr lang="en-US" sz="1600" dirty="0" err="1"/>
              <a:t>readonly</a:t>
            </a:r>
            <a:r>
              <a:rPr lang="en-US" sz="1600" dirty="0"/>
              <a:t> </a:t>
            </a:r>
            <a:r>
              <a:rPr lang="en-US" sz="1600" dirty="0" err="1"/>
              <a:t>IStudentService</a:t>
            </a:r>
            <a:r>
              <a:rPr lang="en-US" sz="1600" dirty="0"/>
              <a:t> _</a:t>
            </a:r>
            <a:r>
              <a:rPr lang="en-US" sz="1600" dirty="0" err="1"/>
              <a:t>studentService</a:t>
            </a:r>
            <a:r>
              <a:rPr lang="en-US" sz="1600" dirty="0"/>
              <a:t>;</a:t>
            </a:r>
          </a:p>
          <a:p>
            <a:endParaRPr lang="en-US" sz="1600" dirty="0"/>
          </a:p>
          <a:p>
            <a:r>
              <a:rPr lang="en-US" sz="1600" dirty="0"/>
              <a:t>    public </a:t>
            </a:r>
            <a:r>
              <a:rPr lang="en-US" sz="1600" dirty="0" err="1"/>
              <a:t>StudentsController</a:t>
            </a:r>
            <a:r>
              <a:rPr lang="en-US" sz="1600" dirty="0"/>
              <a:t>(</a:t>
            </a:r>
            <a:r>
              <a:rPr lang="en-US" sz="1600" dirty="0" err="1"/>
              <a:t>IStudentService</a:t>
            </a:r>
            <a:r>
              <a:rPr lang="en-US" sz="1600" dirty="0"/>
              <a:t> service)</a:t>
            </a:r>
          </a:p>
          <a:p>
            <a:r>
              <a:rPr lang="en-US" sz="1600" dirty="0"/>
              <a:t>    {</a:t>
            </a:r>
          </a:p>
          <a:p>
            <a:r>
              <a:rPr lang="en-US" sz="1600" dirty="0"/>
              <a:t>        _</a:t>
            </a:r>
            <a:r>
              <a:rPr lang="en-US" sz="1600" dirty="0" err="1"/>
              <a:t>studentService</a:t>
            </a:r>
            <a:r>
              <a:rPr lang="en-US" sz="1600" dirty="0"/>
              <a:t> = service;</a:t>
            </a:r>
          </a:p>
          <a:p>
            <a:r>
              <a:rPr lang="en-US" sz="1600" dirty="0"/>
              <a:t>    }</a:t>
            </a:r>
          </a:p>
          <a:p>
            <a:r>
              <a:rPr lang="en-US" sz="1600" dirty="0"/>
              <a:t>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704AFF-6FBE-4491-6A73-075EA009F20F}"/>
              </a:ext>
            </a:extLst>
          </p:cNvPr>
          <p:cNvSpPr/>
          <p:nvPr/>
        </p:nvSpPr>
        <p:spPr>
          <a:xfrm>
            <a:off x="838200" y="2449497"/>
            <a:ext cx="5105400" cy="310359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</a:rPr>
              <a:t>Here, the controller says: “I need an object that follows </a:t>
            </a:r>
            <a:r>
              <a:rPr lang="en-US" sz="2000" dirty="0" err="1">
                <a:solidFill>
                  <a:schemeClr val="tx1"/>
                </a:solidFill>
              </a:rPr>
              <a:t>IStudentService</a:t>
            </a:r>
            <a:r>
              <a:rPr lang="en-US" sz="2000" dirty="0">
                <a:solidFill>
                  <a:schemeClr val="tx1"/>
                </a:solidFill>
              </a:rPr>
              <a:t>.” 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ASP.NET Core supplies it automatically because we register it in </a:t>
            </a:r>
            <a:r>
              <a:rPr lang="en-US" sz="2000" dirty="0" err="1">
                <a:solidFill>
                  <a:schemeClr val="tx1"/>
                </a:solidFill>
              </a:rPr>
              <a:t>Program.cs</a:t>
            </a:r>
            <a:r>
              <a:rPr lang="en-US" sz="2000" dirty="0">
                <a:solidFill>
                  <a:schemeClr val="tx1"/>
                </a:solidFill>
              </a:rPr>
              <a:t>. 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This is called constructor injection, the most common and recommended DI approach.</a:t>
            </a:r>
          </a:p>
        </p:txBody>
      </p:sp>
    </p:spTree>
    <p:extLst>
      <p:ext uri="{BB962C8B-B14F-4D97-AF65-F5344CB8AC3E}">
        <p14:creationId xmlns:p14="http://schemas.microsoft.com/office/powerpoint/2010/main" val="1992385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796133-2FE9-81C1-FB13-8E1892292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65"/>
            <a:ext cx="12191999" cy="68616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60F818-3D75-027F-99D1-0BDD32EC6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851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36DA0C-064A-037D-1D22-9AF2F5CFE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65"/>
            <a:ext cx="12191999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367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33C9E-F096-C81F-B951-05FD31E3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 Service Lifetimes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634F9-8428-A2D0-9B0E-D7B7BA8E8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registering a service, we must tell ASP.NET Core how long the service object should live.</a:t>
            </a:r>
          </a:p>
          <a:p>
            <a:r>
              <a:rPr lang="en-US" dirty="0"/>
              <a:t>There are three main lifetimes: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2B418E-9943-7E6B-4FCE-D4C91854A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457209"/>
              </p:ext>
            </p:extLst>
          </p:nvPr>
        </p:nvGraphicFramePr>
        <p:xfrm>
          <a:off x="838200" y="3429000"/>
          <a:ext cx="10515600" cy="1808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845091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2958779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521950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dirty="0">
                          <a:effectLst/>
                        </a:rPr>
                        <a:t>Lifetime</a:t>
                      </a:r>
                      <a:endParaRPr lang="en-US" sz="20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dirty="0">
                          <a:effectLst/>
                        </a:rPr>
                        <a:t>Meaning</a:t>
                      </a:r>
                      <a:endParaRPr lang="en-US" sz="20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dirty="0">
                          <a:effectLst/>
                        </a:rPr>
                        <a:t>Basic use case</a:t>
                      </a:r>
                      <a:endParaRPr lang="en-US" sz="20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751210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Transient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New object whenever requested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Small, stateless helper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274692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Scoped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One object for one HTTP request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Business services, database work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649141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Singleton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One object for entire app lifetime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Shared read-only/configuration-style service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482343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5888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47CCAC-1B99-B5EA-3D8D-C5A08DE1CD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65"/>
            <a:ext cx="12191999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4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1900F-EDE2-DA16-E456-32A4DF763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75B6-677A-7904-745E-C5A7C9D6A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3A67794-4A97-9691-63F1-E84A05ABF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What is the primary objective of Dependency Injection in software development?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To increase the execution speed and memory efficiency of compiled applications.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To achieve loose coupling by removing the direct creation of dependencies inside high-level classes.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To completely eliminate the need for writing unit tests.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To force classes to instantiate their own dependent objects internally.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B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380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40D6-F83F-7CB4-8F5A-F410D2FA6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592BF-A18E-2321-EC20-F7A8332A5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D6D02F-6EA3-0B85-9548-70CF104A3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How does Dependency Injection significantly improve unit testing?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It allows mocking or stubbing out dependencies by passing fake or surrogate implementations into the class.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It automatically generates all edge-case test assertions for your business logic.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It ensures that all dependencies are hardcoded, preventing tests from failing due to external state changes.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It makes tests run faster by bypassing the compilation phase entirely.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  <a:r>
              <a:rPr lang="en-US">
                <a:solidFill>
                  <a:schemeClr val="accent6">
                    <a:lumMod val="60000"/>
                    <a:lumOff val="40000"/>
                  </a:schemeClr>
                </a:solidFill>
              </a:rPr>
              <a:t>: A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96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E6698C-308C-3EBE-9BA4-B6B4258946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651E0C5-B9CE-51B7-97B9-0376B021DF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70101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835</TotalTime>
  <Words>445</Words>
  <Application>Microsoft Office PowerPoint</Application>
  <PresentationFormat>Widescreen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Dependency Injection</vt:lpstr>
      <vt:lpstr>What is DI?</vt:lpstr>
      <vt:lpstr>PowerPoint Presentation</vt:lpstr>
      <vt:lpstr>Why Do We Need DI?</vt:lpstr>
      <vt:lpstr>Why Do We Need DI?</vt:lpstr>
      <vt:lpstr>PowerPoint Presentation</vt:lpstr>
      <vt:lpstr>PowerPoint Presentation</vt:lpstr>
      <vt:lpstr>DI Service Lifetimes</vt:lpstr>
      <vt:lpstr>PowerPoint Presentation</vt:lpstr>
      <vt:lpstr>Quick Quiz</vt:lpstr>
      <vt:lpstr>Quick Quiz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Ishan Malik</dc:creator>
  <cp:lastModifiedBy>Ishan Malik</cp:lastModifiedBy>
  <cp:revision>1</cp:revision>
  <dcterms:created xsi:type="dcterms:W3CDTF">2026-09-21T09:56:51Z</dcterms:created>
  <dcterms:modified xsi:type="dcterms:W3CDTF">2026-10-21T13:35:53Z</dcterms:modified>
</cp:coreProperties>
</file>