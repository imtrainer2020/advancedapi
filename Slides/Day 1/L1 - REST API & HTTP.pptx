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86" r:id="rId3"/>
    <p:sldId id="258" r:id="rId4"/>
    <p:sldId id="257" r:id="rId5"/>
    <p:sldId id="269" r:id="rId6"/>
    <p:sldId id="260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68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6343AF-004B-4279-82FE-78A4C87D3182}" v="4" dt="2026-10-21T03:46:47.5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modMainMaster">
      <pc:chgData name="Ishan Malik" userId="75bbfd951af34ddf" providerId="LiveId" clId="{72EBD0DD-2070-4E6C-9DD9-806D8E44FFC7}" dt="2026-10-21T03:47:00.201" v="1061" actId="2696"/>
      <pc:docMkLst>
        <pc:docMk/>
      </pc:docMkLst>
      <pc:sldChg chg="modSp new mod">
        <pc:chgData name="Ishan Malik" userId="75bbfd951af34ddf" providerId="LiveId" clId="{72EBD0DD-2070-4E6C-9DD9-806D8E44FFC7}" dt="2026-10-21T03:46:56.141" v="1060" actId="20577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21T03:46:47.534" v="1043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10-21T03:46:56.141" v="1060" actId="2057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mod ord setBg modAnim">
        <pc:chgData name="Ishan Malik" userId="75bbfd951af34ddf" providerId="LiveId" clId="{72EBD0DD-2070-4E6C-9DD9-806D8E44FFC7}" dt="2026-10-14T10:20:21.400" v="599"/>
        <pc:sldMkLst>
          <pc:docMk/>
          <pc:sldMk cId="3328909945" sldId="257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3328909945" sldId="257"/>
            <ac:spMk id="2" creationId="{1631AFEF-1327-45A0-B171-A6B6753934E2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3328909945" sldId="257"/>
            <ac:spMk id="3" creationId="{39FC679A-45D8-6877-CB84-D2FBD71945F7}"/>
          </ac:spMkLst>
        </pc:spChg>
      </pc:sldChg>
      <pc:sldChg chg="addSp delSp modSp new mod ord">
        <pc:chgData name="Ishan Malik" userId="75bbfd951af34ddf" providerId="LiveId" clId="{72EBD0DD-2070-4E6C-9DD9-806D8E44FFC7}" dt="2026-09-22T10:16:19.892" v="95"/>
        <pc:sldMkLst>
          <pc:docMk/>
          <pc:sldMk cId="276369482" sldId="258"/>
        </pc:sldMkLst>
        <pc:picChg chg="add mod">
          <ac:chgData name="Ishan Malik" userId="75bbfd951af34ddf" providerId="LiveId" clId="{72EBD0DD-2070-4E6C-9DD9-806D8E44FFC7}" dt="2026-09-22T09:31:37.892" v="66" actId="14100"/>
          <ac:picMkLst>
            <pc:docMk/>
            <pc:sldMk cId="276369482" sldId="258"/>
            <ac:picMk id="5" creationId="{4CCC45E3-ABA0-CC10-F7A2-87B3C4666714}"/>
          </ac:picMkLst>
        </pc:picChg>
      </pc:sldChg>
      <pc:sldChg chg="modSp new mod modAnim">
        <pc:chgData name="Ishan Malik" userId="75bbfd951af34ddf" providerId="LiveId" clId="{72EBD0DD-2070-4E6C-9DD9-806D8E44FFC7}" dt="2026-10-14T10:16:00.332" v="565"/>
        <pc:sldMkLst>
          <pc:docMk/>
          <pc:sldMk cId="1589194582" sldId="259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589194582" sldId="259"/>
            <ac:spMk id="2" creationId="{D3C0F1D4-0182-6580-449B-8C1F295DE36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1589194582" sldId="259"/>
            <ac:spMk id="3" creationId="{C7E17041-7047-30BF-C61B-DAEE9A0731C3}"/>
          </ac:spMkLst>
        </pc:spChg>
      </pc:sldChg>
      <pc:sldChg chg="addSp delSp modSp add mod ord">
        <pc:chgData name="Ishan Malik" userId="75bbfd951af34ddf" providerId="LiveId" clId="{72EBD0DD-2070-4E6C-9DD9-806D8E44FFC7}" dt="2026-09-22T10:50:04.802" v="105" actId="14100"/>
        <pc:sldMkLst>
          <pc:docMk/>
          <pc:sldMk cId="4055161058" sldId="260"/>
        </pc:sldMkLst>
        <pc:picChg chg="add mod">
          <ac:chgData name="Ishan Malik" userId="75bbfd951af34ddf" providerId="LiveId" clId="{72EBD0DD-2070-4E6C-9DD9-806D8E44FFC7}" dt="2026-09-22T10:50:04.802" v="105" actId="14100"/>
          <ac:picMkLst>
            <pc:docMk/>
            <pc:sldMk cId="4055161058" sldId="260"/>
            <ac:picMk id="3" creationId="{E5EB4DFA-B50F-7DEE-41DF-3456176CE8A7}"/>
          </ac:picMkLst>
        </pc:picChg>
      </pc:sldChg>
      <pc:sldChg chg="modSp new mod modAnim">
        <pc:chgData name="Ishan Malik" userId="75bbfd951af34ddf" providerId="LiveId" clId="{72EBD0DD-2070-4E6C-9DD9-806D8E44FFC7}" dt="2026-10-14T10:17:17.586" v="574"/>
        <pc:sldMkLst>
          <pc:docMk/>
          <pc:sldMk cId="2068444819" sldId="261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2068444819" sldId="261"/>
            <ac:spMk id="2" creationId="{A44CEDE5-CCFA-B9C1-1F6B-A049F25DC6DD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2068444819" sldId="261"/>
            <ac:spMk id="3" creationId="{48FD8041-8A96-A339-E5B5-17FC2D851D20}"/>
          </ac:spMkLst>
        </pc:spChg>
      </pc:sldChg>
      <pc:sldChg chg="addSp delSp modSp add mod ord">
        <pc:chgData name="Ishan Malik" userId="75bbfd951af34ddf" providerId="LiveId" clId="{72EBD0DD-2070-4E6C-9DD9-806D8E44FFC7}" dt="2026-09-22T11:13:08.756" v="137" actId="14100"/>
        <pc:sldMkLst>
          <pc:docMk/>
          <pc:sldMk cId="1464997959" sldId="262"/>
        </pc:sldMkLst>
        <pc:picChg chg="add mod">
          <ac:chgData name="Ishan Malik" userId="75bbfd951af34ddf" providerId="LiveId" clId="{72EBD0DD-2070-4E6C-9DD9-806D8E44FFC7}" dt="2026-09-22T11:13:08.756" v="137" actId="14100"/>
          <ac:picMkLst>
            <pc:docMk/>
            <pc:sldMk cId="1464997959" sldId="262"/>
            <ac:picMk id="6" creationId="{D7C57476-2C83-11E7-0AB4-4AB04453DDA5}"/>
          </ac:picMkLst>
        </pc:picChg>
      </pc:sldChg>
      <pc:sldChg chg="addSp delSp modSp add mod">
        <pc:chgData name="Ishan Malik" userId="75bbfd951af34ddf" providerId="LiveId" clId="{72EBD0DD-2070-4E6C-9DD9-806D8E44FFC7}" dt="2026-09-22T11:37:01.195" v="142" actId="14100"/>
        <pc:sldMkLst>
          <pc:docMk/>
          <pc:sldMk cId="2891934033" sldId="263"/>
        </pc:sldMkLst>
        <pc:picChg chg="add mod">
          <ac:chgData name="Ishan Malik" userId="75bbfd951af34ddf" providerId="LiveId" clId="{72EBD0DD-2070-4E6C-9DD9-806D8E44FFC7}" dt="2026-09-22T11:37:01.195" v="142" actId="14100"/>
          <ac:picMkLst>
            <pc:docMk/>
            <pc:sldMk cId="2891934033" sldId="263"/>
            <ac:picMk id="3" creationId="{F2D634F8-A89A-34D4-377B-65725F224674}"/>
          </ac:picMkLst>
        </pc:picChg>
      </pc:sldChg>
      <pc:sldChg chg="modSp new mod ord modAnim">
        <pc:chgData name="Ishan Malik" userId="75bbfd951af34ddf" providerId="LiveId" clId="{72EBD0DD-2070-4E6C-9DD9-806D8E44FFC7}" dt="2026-10-14T10:31:40.924" v="609" actId="20578"/>
        <pc:sldMkLst>
          <pc:docMk/>
          <pc:sldMk cId="1456556091" sldId="264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456556091" sldId="264"/>
            <ac:spMk id="2" creationId="{3BB0EB9F-3387-A229-0C44-C45B8E590BE7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1456556091" sldId="264"/>
            <ac:spMk id="3" creationId="{6D4F1D1C-4E38-1345-0562-E35247E97021}"/>
          </ac:spMkLst>
        </pc:spChg>
      </pc:sldChg>
      <pc:sldChg chg="modSp add mod ord">
        <pc:chgData name="Ishan Malik" userId="75bbfd951af34ddf" providerId="LiveId" clId="{72EBD0DD-2070-4E6C-9DD9-806D8E44FFC7}" dt="2026-10-14T10:31:40.213" v="608" actId="20578"/>
        <pc:sldMkLst>
          <pc:docMk/>
          <pc:sldMk cId="4145122847" sldId="265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4145122847" sldId="265"/>
            <ac:spMk id="2" creationId="{2A0A6BB9-8535-8290-3638-470F998BE76B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4145122847" sldId="265"/>
            <ac:spMk id="3" creationId="{F2B9A149-F2AD-55B8-02B4-CAE9F294C2E1}"/>
          </ac:spMkLst>
        </pc:spChg>
      </pc:sldChg>
      <pc:sldChg chg="modSp add mod modAnim">
        <pc:chgData name="Ishan Malik" userId="75bbfd951af34ddf" providerId="LiveId" clId="{72EBD0DD-2070-4E6C-9DD9-806D8E44FFC7}" dt="2026-09-22T16:56:15.633" v="557"/>
        <pc:sldMkLst>
          <pc:docMk/>
          <pc:sldMk cId="274447625" sldId="266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274447625" sldId="266"/>
            <ac:spMk id="2" creationId="{7CDDCDD7-A3F0-06D4-6F1F-911B43CC41A1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274447625" sldId="266"/>
            <ac:spMk id="3" creationId="{9F9E7F1A-CD10-DA6A-9EF8-E6F547EAD7E9}"/>
          </ac:spMkLst>
        </pc:spChg>
      </pc:sldChg>
      <pc:sldChg chg="add">
        <pc:chgData name="Ishan Malik" userId="75bbfd951af34ddf" providerId="LiveId" clId="{72EBD0DD-2070-4E6C-9DD9-806D8E44FFC7}" dt="2026-10-16T11:54:56.864" v="792"/>
        <pc:sldMkLst>
          <pc:docMk/>
          <pc:sldMk cId="667251525" sldId="268"/>
        </pc:sldMkLst>
      </pc:sldChg>
      <pc:sldChg chg="addSp delSp modSp new mod ord setBg modAnim">
        <pc:chgData name="Ishan Malik" userId="75bbfd951af34ddf" providerId="LiveId" clId="{72EBD0DD-2070-4E6C-9DD9-806D8E44FFC7}" dt="2026-10-14T10:19:44.888" v="583"/>
        <pc:sldMkLst>
          <pc:docMk/>
          <pc:sldMk cId="143988488" sldId="269"/>
        </pc:sldMkLst>
        <pc:spChg chg="mod">
          <ac:chgData name="Ishan Malik" userId="75bbfd951af34ddf" providerId="LiveId" clId="{72EBD0DD-2070-4E6C-9DD9-806D8E44FFC7}" dt="2026-09-22T16:56:15.633" v="557"/>
          <ac:spMkLst>
            <pc:docMk/>
            <pc:sldMk cId="143988488" sldId="269"/>
            <ac:spMk id="2" creationId="{3022856B-8B0F-6C1F-0473-1DD41C089FFC}"/>
          </ac:spMkLst>
        </pc:spChg>
        <pc:graphicFrameChg chg="add mod ord modGraphic">
          <ac:chgData name="Ishan Malik" userId="75bbfd951af34ddf" providerId="LiveId" clId="{72EBD0DD-2070-4E6C-9DD9-806D8E44FFC7}" dt="2026-09-22T16:56:15.633" v="557"/>
          <ac:graphicFrameMkLst>
            <pc:docMk/>
            <pc:sldMk cId="143988488" sldId="269"/>
            <ac:graphicFrameMk id="4" creationId="{DEA2B125-9ABC-941F-A1BA-9D78317DE26B}"/>
          </ac:graphicFrameMkLst>
        </pc:graphicFrameChg>
      </pc:sldChg>
      <pc:sldChg chg="modSp new mod modAnim">
        <pc:chgData name="Ishan Malik" userId="75bbfd951af34ddf" providerId="LiveId" clId="{72EBD0DD-2070-4E6C-9DD9-806D8E44FFC7}" dt="2026-10-16T11:13:45.166" v="620"/>
        <pc:sldMkLst>
          <pc:docMk/>
          <pc:sldMk cId="2143664787" sldId="270"/>
        </pc:sldMkLst>
        <pc:spChg chg="mod">
          <ac:chgData name="Ishan Malik" userId="75bbfd951af34ddf" providerId="LiveId" clId="{72EBD0DD-2070-4E6C-9DD9-806D8E44FFC7}" dt="2026-10-16T11:13:31.324" v="613"/>
          <ac:spMkLst>
            <pc:docMk/>
            <pc:sldMk cId="2143664787" sldId="270"/>
            <ac:spMk id="2" creationId="{7214CD31-6AED-2209-D610-E13AB7A61290}"/>
          </ac:spMkLst>
        </pc:spChg>
        <pc:spChg chg="mod">
          <ac:chgData name="Ishan Malik" userId="75bbfd951af34ddf" providerId="LiveId" clId="{72EBD0DD-2070-4E6C-9DD9-806D8E44FFC7}" dt="2026-10-16T11:13:38.085" v="618" actId="20577"/>
          <ac:spMkLst>
            <pc:docMk/>
            <pc:sldMk cId="2143664787" sldId="270"/>
            <ac:spMk id="3" creationId="{E4B6D178-A55D-C898-FCEA-4E41D7E167D8}"/>
          </ac:spMkLst>
        </pc:spChg>
      </pc:sldChg>
      <pc:sldChg chg="addSp delSp modSp new mod modAnim">
        <pc:chgData name="Ishan Malik" userId="75bbfd951af34ddf" providerId="LiveId" clId="{72EBD0DD-2070-4E6C-9DD9-806D8E44FFC7}" dt="2026-10-18T06:00:40.509" v="1032" actId="113"/>
        <pc:sldMkLst>
          <pc:docMk/>
          <pc:sldMk cId="4214231092" sldId="271"/>
        </pc:sldMkLst>
        <pc:spChg chg="mod">
          <ac:chgData name="Ishan Malik" userId="75bbfd951af34ddf" providerId="LiveId" clId="{72EBD0DD-2070-4E6C-9DD9-806D8E44FFC7}" dt="2026-10-18T06:00:40.509" v="1032" actId="113"/>
          <ac:spMkLst>
            <pc:docMk/>
            <pc:sldMk cId="4214231092" sldId="271"/>
            <ac:spMk id="2" creationId="{A6F2CBEA-2ED9-C6AB-935C-6D62F6882D2A}"/>
          </ac:spMkLst>
        </pc:spChg>
        <pc:spChg chg="add del mod">
          <ac:chgData name="Ishan Malik" userId="75bbfd951af34ddf" providerId="LiveId" clId="{72EBD0DD-2070-4E6C-9DD9-806D8E44FFC7}" dt="2026-10-16T11:31:14.435" v="673"/>
          <ac:spMkLst>
            <pc:docMk/>
            <pc:sldMk cId="4214231092" sldId="271"/>
            <ac:spMk id="3" creationId="{5A40D840-127D-3269-45E9-6E7671FEAB59}"/>
          </ac:spMkLst>
        </pc:spChg>
        <pc:spChg chg="add mod">
          <ac:chgData name="Ishan Malik" userId="75bbfd951af34ddf" providerId="LiveId" clId="{72EBD0DD-2070-4E6C-9DD9-806D8E44FFC7}" dt="2026-10-16T11:34:11.411" v="707" actId="20577"/>
          <ac:spMkLst>
            <pc:docMk/>
            <pc:sldMk cId="4214231092" sldId="271"/>
            <ac:spMk id="10" creationId="{A380734E-1FA0-2743-F02F-68248FD64ABC}"/>
          </ac:spMkLst>
        </pc:spChg>
        <pc:graphicFrameChg chg="add mod modGraphic">
          <ac:chgData name="Ishan Malik" userId="75bbfd951af34ddf" providerId="LiveId" clId="{72EBD0DD-2070-4E6C-9DD9-806D8E44FFC7}" dt="2026-10-16T11:32:56.061" v="691" actId="1076"/>
          <ac:graphicFrameMkLst>
            <pc:docMk/>
            <pc:sldMk cId="4214231092" sldId="271"/>
            <ac:graphicFrameMk id="8" creationId="{B1793CA8-46DF-BD6D-EA3A-27680A42C492}"/>
          </ac:graphicFrameMkLst>
        </pc:graphicFrameChg>
      </pc:sldChg>
      <pc:sldChg chg="addSp delSp modSp new mod modAnim">
        <pc:chgData name="Ishan Malik" userId="75bbfd951af34ddf" providerId="LiveId" clId="{72EBD0DD-2070-4E6C-9DD9-806D8E44FFC7}" dt="2026-10-18T06:00:46.385" v="1033" actId="113"/>
        <pc:sldMkLst>
          <pc:docMk/>
          <pc:sldMk cId="690752612" sldId="272"/>
        </pc:sldMkLst>
        <pc:spChg chg="mod">
          <ac:chgData name="Ishan Malik" userId="75bbfd951af34ddf" providerId="LiveId" clId="{72EBD0DD-2070-4E6C-9DD9-806D8E44FFC7}" dt="2026-10-18T06:00:46.385" v="1033" actId="113"/>
          <ac:spMkLst>
            <pc:docMk/>
            <pc:sldMk cId="690752612" sldId="272"/>
            <ac:spMk id="2" creationId="{F62ED3B3-F9B4-86AE-6E01-087D9D5EAAD8}"/>
          </ac:spMkLst>
        </pc:spChg>
        <pc:spChg chg="mod">
          <ac:chgData name="Ishan Malik" userId="75bbfd951af34ddf" providerId="LiveId" clId="{72EBD0DD-2070-4E6C-9DD9-806D8E44FFC7}" dt="2026-10-16T11:43:11.448" v="765"/>
          <ac:spMkLst>
            <pc:docMk/>
            <pc:sldMk cId="690752612" sldId="272"/>
            <ac:spMk id="3" creationId="{BAF37C19-5045-058F-6EEE-81D421F7E4E1}"/>
          </ac:spMkLst>
        </pc:spChg>
        <pc:spChg chg="add mod">
          <ac:chgData name="Ishan Malik" userId="75bbfd951af34ddf" providerId="LiveId" clId="{72EBD0DD-2070-4E6C-9DD9-806D8E44FFC7}" dt="2026-10-16T11:49:53.520" v="778" actId="6549"/>
          <ac:spMkLst>
            <pc:docMk/>
            <pc:sldMk cId="690752612" sldId="272"/>
            <ac:spMk id="6" creationId="{1A789292-06D8-CF87-1E23-49493BDA6491}"/>
          </ac:spMkLst>
        </pc:spChg>
        <pc:graphicFrameChg chg="add mod modGraphic">
          <ac:chgData name="Ishan Malik" userId="75bbfd951af34ddf" providerId="LiveId" clId="{72EBD0DD-2070-4E6C-9DD9-806D8E44FFC7}" dt="2026-10-16T11:44:51.494" v="774" actId="14100"/>
          <ac:graphicFrameMkLst>
            <pc:docMk/>
            <pc:sldMk cId="690752612" sldId="272"/>
            <ac:graphicFrameMk id="4" creationId="{C0E26319-E2E7-36AD-3D60-37A809D5F7B7}"/>
          </ac:graphicFrameMkLst>
        </pc:graphicFrameChg>
      </pc:sldChg>
      <pc:sldChg chg="addSp delSp modSp new mod delAnim modAnim">
        <pc:chgData name="Ishan Malik" userId="75bbfd951af34ddf" providerId="LiveId" clId="{72EBD0DD-2070-4E6C-9DD9-806D8E44FFC7}" dt="2026-10-16T11:52:31.112" v="783" actId="12385"/>
        <pc:sldMkLst>
          <pc:docMk/>
          <pc:sldMk cId="1752313700" sldId="273"/>
        </pc:sldMkLst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7" creationId="{F198FAF9-E7FF-AFB0-3C84-E34646DEB57B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8" creationId="{7B28F696-99A0-2779-2C8E-96A12642703F}"/>
          </ac:spMkLst>
        </pc:spChg>
        <pc:graphicFrameChg chg="add mod modGraphic">
          <ac:chgData name="Ishan Malik" userId="75bbfd951af34ddf" providerId="LiveId" clId="{72EBD0DD-2070-4E6C-9DD9-806D8E44FFC7}" dt="2026-10-16T11:52:31.112" v="783" actId="12385"/>
          <ac:graphicFrameMkLst>
            <pc:docMk/>
            <pc:sldMk cId="1752313700" sldId="273"/>
            <ac:graphicFrameMk id="9" creationId="{0A2979EF-51BC-47FD-8032-9A74F3C01162}"/>
          </ac:graphicFrameMkLst>
        </pc:graphicFrameChg>
      </pc:sldChg>
      <pc:sldChg chg="addSp delSp modSp new mod modAnim">
        <pc:chgData name="Ishan Malik" userId="75bbfd951af34ddf" providerId="LiveId" clId="{72EBD0DD-2070-4E6C-9DD9-806D8E44FFC7}" dt="2026-10-16T11:53:32.160" v="787" actId="12385"/>
        <pc:sldMkLst>
          <pc:docMk/>
          <pc:sldMk cId="67236008" sldId="274"/>
        </pc:sldMkLst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4" creationId="{7DC74378-5DC9-08F6-8C60-3A4641BE2D03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5" creationId="{6CB58DFE-1DD1-872E-0E4C-EF3FF7187F69}"/>
          </ac:spMkLst>
        </pc:spChg>
        <pc:graphicFrameChg chg="add mod modGraphic">
          <ac:chgData name="Ishan Malik" userId="75bbfd951af34ddf" providerId="LiveId" clId="{72EBD0DD-2070-4E6C-9DD9-806D8E44FFC7}" dt="2026-10-16T11:53:32.160" v="787" actId="12385"/>
          <ac:graphicFrameMkLst>
            <pc:docMk/>
            <pc:sldMk cId="67236008" sldId="274"/>
            <ac:graphicFrameMk id="6" creationId="{2D3F36B1-2582-2D49-2665-D8660280F441}"/>
          </ac:graphicFrameMkLst>
        </pc:graphicFrameChg>
      </pc:sldChg>
      <pc:sldChg chg="addSp delSp modSp new mod modAnim">
        <pc:chgData name="Ishan Malik" userId="75bbfd951af34ddf" providerId="LiveId" clId="{72EBD0DD-2070-4E6C-9DD9-806D8E44FFC7}" dt="2026-10-16T11:54:15.696" v="791" actId="12385"/>
        <pc:sldMkLst>
          <pc:docMk/>
          <pc:sldMk cId="3940422643" sldId="275"/>
        </pc:sldMkLst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4" creationId="{623245A4-77A8-850F-1FD8-A4CC8637FBB4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5" creationId="{230C0267-7689-D2EA-3021-71037E33ED86}"/>
          </ac:spMkLst>
        </pc:spChg>
        <pc:graphicFrameChg chg="add mod modGraphic">
          <ac:chgData name="Ishan Malik" userId="75bbfd951af34ddf" providerId="LiveId" clId="{72EBD0DD-2070-4E6C-9DD9-806D8E44FFC7}" dt="2026-10-16T11:54:15.696" v="791" actId="12385"/>
          <ac:graphicFrameMkLst>
            <pc:docMk/>
            <pc:sldMk cId="3940422643" sldId="275"/>
            <ac:graphicFrameMk id="6" creationId="{79AFC3FC-AFA9-36EA-4607-C88ADD36F921}"/>
          </ac:graphicFrameMkLst>
        </pc:graphicFrameChg>
      </pc:sldChg>
      <pc:sldChg chg="add">
        <pc:chgData name="Ishan Malik" userId="75bbfd951af34ddf" providerId="LiveId" clId="{72EBD0DD-2070-4E6C-9DD9-806D8E44FFC7}" dt="2026-10-16T11:54:56.864" v="792"/>
        <pc:sldMkLst>
          <pc:docMk/>
          <pc:sldMk cId="3995226230" sldId="276"/>
        </pc:sldMkLst>
      </pc:sldChg>
      <pc:sldChg chg="add">
        <pc:chgData name="Ishan Malik" userId="75bbfd951af34ddf" providerId="LiveId" clId="{72EBD0DD-2070-4E6C-9DD9-806D8E44FFC7}" dt="2026-10-16T11:54:56.864" v="792"/>
        <pc:sldMkLst>
          <pc:docMk/>
          <pc:sldMk cId="2202625963" sldId="277"/>
        </pc:sldMkLst>
      </pc:sldChg>
      <pc:sldChg chg="add">
        <pc:chgData name="Ishan Malik" userId="75bbfd951af34ddf" providerId="LiveId" clId="{72EBD0DD-2070-4E6C-9DD9-806D8E44FFC7}" dt="2026-10-16T11:54:56.864" v="792"/>
        <pc:sldMkLst>
          <pc:docMk/>
          <pc:sldMk cId="2654771116" sldId="278"/>
        </pc:sldMkLst>
      </pc:sldChg>
      <pc:sldChg chg="modSp new mod addAnim delAnim modAnim">
        <pc:chgData name="Ishan Malik" userId="75bbfd951af34ddf" providerId="LiveId" clId="{72EBD0DD-2070-4E6C-9DD9-806D8E44FFC7}" dt="2026-10-16T12:04:39.296" v="834"/>
        <pc:sldMkLst>
          <pc:docMk/>
          <pc:sldMk cId="2902720412" sldId="279"/>
        </pc:sldMkLst>
        <pc:spChg chg="mod">
          <ac:chgData name="Ishan Malik" userId="75bbfd951af34ddf" providerId="LiveId" clId="{72EBD0DD-2070-4E6C-9DD9-806D8E44FFC7}" dt="2026-10-16T11:59:27.188" v="800"/>
          <ac:spMkLst>
            <pc:docMk/>
            <pc:sldMk cId="2902720412" sldId="279"/>
            <ac:spMk id="2" creationId="{E787F77C-81B8-E21A-0C58-64E2D75392B6}"/>
          </ac:spMkLst>
        </pc:spChg>
        <pc:spChg chg="mod">
          <ac:chgData name="Ishan Malik" userId="75bbfd951af34ddf" providerId="LiveId" clId="{72EBD0DD-2070-4E6C-9DD9-806D8E44FFC7}" dt="2026-10-16T12:03:50.431" v="825"/>
          <ac:spMkLst>
            <pc:docMk/>
            <pc:sldMk cId="2902720412" sldId="279"/>
            <ac:spMk id="3" creationId="{C5F42808-D605-4C4F-1D5A-102759A3330A}"/>
          </ac:spMkLst>
        </pc:spChg>
      </pc:sldChg>
      <pc:sldChg chg="addSp delSp modSp new mod">
        <pc:chgData name="Ishan Malik" userId="75bbfd951af34ddf" providerId="LiveId" clId="{72EBD0DD-2070-4E6C-9DD9-806D8E44FFC7}" dt="2026-10-16T12:10:23.189" v="847" actId="22"/>
        <pc:sldMkLst>
          <pc:docMk/>
          <pc:sldMk cId="1578791227" sldId="280"/>
        </pc:sldMkLst>
        <pc:picChg chg="add">
          <ac:chgData name="Ishan Malik" userId="75bbfd951af34ddf" providerId="LiveId" clId="{72EBD0DD-2070-4E6C-9DD9-806D8E44FFC7}" dt="2026-10-16T12:10:23.189" v="847" actId="22"/>
          <ac:picMkLst>
            <pc:docMk/>
            <pc:sldMk cId="1578791227" sldId="280"/>
            <ac:picMk id="11" creationId="{CEE25D99-E561-77E1-7108-D5292D2277EE}"/>
          </ac:picMkLst>
        </pc:picChg>
      </pc:sldChg>
      <pc:sldChg chg="addSp delSp modSp new mod modClrScheme chgLayout">
        <pc:chgData name="Ishan Malik" userId="75bbfd951af34ddf" providerId="LiveId" clId="{72EBD0DD-2070-4E6C-9DD9-806D8E44FFC7}" dt="2026-10-16T12:39:11.933" v="1031" actId="20577"/>
        <pc:sldMkLst>
          <pc:docMk/>
          <pc:sldMk cId="701013432" sldId="281"/>
        </pc:sldMkLst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modSp add mod ord modAnim">
        <pc:chgData name="Ishan Malik" userId="75bbfd951af34ddf" providerId="LiveId" clId="{72EBD0DD-2070-4E6C-9DD9-806D8E44FFC7}" dt="2026-10-16T12:32:34.646" v="899" actId="5793"/>
        <pc:sldMkLst>
          <pc:docMk/>
          <pc:sldMk cId="2760807178" sldId="282"/>
        </pc:sldMkLst>
        <pc:spChg chg="mod">
          <ac:chgData name="Ishan Malik" userId="75bbfd951af34ddf" providerId="LiveId" clId="{72EBD0DD-2070-4E6C-9DD9-806D8E44FFC7}" dt="2026-10-16T12:32:34.646" v="899" actId="5793"/>
          <ac:spMkLst>
            <pc:docMk/>
            <pc:sldMk cId="2760807178" sldId="282"/>
            <ac:spMk id="7" creationId="{EF70DD05-BB78-6DE6-E3C1-50420AF6E7CA}"/>
          </ac:spMkLst>
        </pc:spChg>
      </pc:sldChg>
      <pc:sldChg chg="modSp add mod modAnim">
        <pc:chgData name="Ishan Malik" userId="75bbfd951af34ddf" providerId="LiveId" clId="{72EBD0DD-2070-4E6C-9DD9-806D8E44FFC7}" dt="2026-10-16T12:35:54.472" v="976" actId="20577"/>
        <pc:sldMkLst>
          <pc:docMk/>
          <pc:sldMk cId="2499653622" sldId="283"/>
        </pc:sldMkLst>
        <pc:spChg chg="mod">
          <ac:chgData name="Ishan Malik" userId="75bbfd951af34ddf" providerId="LiveId" clId="{72EBD0DD-2070-4E6C-9DD9-806D8E44FFC7}" dt="2026-10-16T12:35:54.472" v="976" actId="20577"/>
          <ac:spMkLst>
            <pc:docMk/>
            <pc:sldMk cId="2499653622" sldId="283"/>
            <ac:spMk id="7" creationId="{98716BF6-807D-9169-4485-7D96C1DE2F5E}"/>
          </ac:spMkLst>
        </pc:spChg>
      </pc:sldChg>
      <pc:sldChg chg="modSp add mod modAnim">
        <pc:chgData name="Ishan Malik" userId="75bbfd951af34ddf" providerId="LiveId" clId="{72EBD0DD-2070-4E6C-9DD9-806D8E44FFC7}" dt="2026-10-16T12:38:51.858" v="1020" actId="20577"/>
        <pc:sldMkLst>
          <pc:docMk/>
          <pc:sldMk cId="834533051" sldId="284"/>
        </pc:sldMkLst>
        <pc:spChg chg="mod">
          <ac:chgData name="Ishan Malik" userId="75bbfd951af34ddf" providerId="LiveId" clId="{72EBD0DD-2070-4E6C-9DD9-806D8E44FFC7}" dt="2026-10-16T12:38:51.858" v="1020" actId="20577"/>
          <ac:spMkLst>
            <pc:docMk/>
            <pc:sldMk cId="834533051" sldId="284"/>
            <ac:spMk id="7" creationId="{412BFBDB-9302-B879-049A-24882391314C}"/>
          </ac:spMkLst>
        </pc:spChg>
      </pc:sldChg>
      <pc:sldChg chg="modSp new del mod ord">
        <pc:chgData name="Ishan Malik" userId="75bbfd951af34ddf" providerId="LiveId" clId="{72EBD0DD-2070-4E6C-9DD9-806D8E44FFC7}" dt="2026-10-21T03:47:00.201" v="1061" actId="2696"/>
        <pc:sldMkLst>
          <pc:docMk/>
          <pc:sldMk cId="3972431833" sldId="285"/>
        </pc:sldMkLst>
        <pc:spChg chg="mod">
          <ac:chgData name="Ishan Malik" userId="75bbfd951af34ddf" providerId="LiveId" clId="{72EBD0DD-2070-4E6C-9DD9-806D8E44FFC7}" dt="2026-10-21T03:46:25.267" v="1040"/>
          <ac:spMkLst>
            <pc:docMk/>
            <pc:sldMk cId="3972431833" sldId="285"/>
            <ac:spMk id="2" creationId="{19954990-0823-B32F-4E45-3A8A65D4B37B}"/>
          </ac:spMkLst>
        </pc:spChg>
        <pc:spChg chg="mod">
          <ac:chgData name="Ishan Malik" userId="75bbfd951af34ddf" providerId="LiveId" clId="{72EBD0DD-2070-4E6C-9DD9-806D8E44FFC7}" dt="2026-10-21T03:46:27.902" v="1041" actId="20577"/>
          <ac:spMkLst>
            <pc:docMk/>
            <pc:sldMk cId="3972431833" sldId="285"/>
            <ac:spMk id="3" creationId="{9CA2A0FA-CE44-D126-1D03-772F68535705}"/>
          </ac:spMkLst>
        </pc:spChg>
      </pc:sldChg>
      <pc:sldChg chg="add">
        <pc:chgData name="Ishan Malik" userId="75bbfd951af34ddf" providerId="LiveId" clId="{72EBD0DD-2070-4E6C-9DD9-806D8E44FFC7}" dt="2026-10-21T03:46:40.438" v="1042" actId="2890"/>
        <pc:sldMkLst>
          <pc:docMk/>
          <pc:sldMk cId="1246509494" sldId="286"/>
        </pc:sldMkLst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API Development with ASP.NET Core (.NET 10)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DRDO October 2026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36A63D3-C37A-BC86-D82F-6AD31BB3F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B4161-B878-DEBE-BA12-73F86E6D1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0456A-1612-C297-E34C-AC3166ADB8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1246509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CC45E3-ABA0-CC10-F7A2-87B3C4666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9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AFEF-1327-45A0-B171-A6B675393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API = Application Programming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C679A-45D8-6877-CB84-D2FBD7194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API stands for Application Programming Interface, which is a set of rules and protocols that lets different software applications communicate with each other.</a:t>
            </a:r>
          </a:p>
          <a:p>
            <a:r>
              <a:rPr lang="en-US" dirty="0"/>
              <a:t>In simple terms, it is a defined way for one software program to ask another software program for information (data) or tell it to do something (create, update or delete).</a:t>
            </a:r>
          </a:p>
        </p:txBody>
      </p:sp>
    </p:spTree>
    <p:extLst>
      <p:ext uri="{BB962C8B-B14F-4D97-AF65-F5344CB8AC3E}">
        <p14:creationId xmlns:p14="http://schemas.microsoft.com/office/powerpoint/2010/main" val="332890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856B-8B0F-6C1F-0473-1DD41C08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A2B125-9ABC-941F-A1BA-9D78317DE2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788318"/>
              </p:ext>
            </p:extLst>
          </p:nvPr>
        </p:nvGraphicFramePr>
        <p:xfrm>
          <a:off x="838200" y="1825625"/>
          <a:ext cx="10515600" cy="2931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9335070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088129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761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Connects completely different systems seamlessly (e.g., a phone app talking to a database).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Automates manual tasks by letting computers update and sync data instantly.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Saves development time by letting you plug into existing services (like Google Maps).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Cuts costs by sharing resources across web, mobile, and desktop apps.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Completely reliant on internet connectivity to function.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Requires ongoing maintenance as software and features change.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Introduces security risks if the connection point is not heavily protected.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become expensive if you rely heavily on paid third-party APIs.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695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98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766E335-1D87-A0D1-7658-860793B93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B4DFA-B50F-7DEE-41DF-3456176CE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16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0F1D4-0182-6580-449B-8C1F295DE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7041-7047-30BF-C61B-DAEE9A073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the structural blueprint and set of rules that defines how an API is designed, built, and operated. </a:t>
            </a:r>
          </a:p>
          <a:p>
            <a:r>
              <a:rPr lang="en-US" dirty="0"/>
              <a:t>It establishes how different software applications interact, what protocols they use, how data is formatted, and how security and performance are maintained across components.</a:t>
            </a:r>
          </a:p>
        </p:txBody>
      </p:sp>
    </p:spTree>
    <p:extLst>
      <p:ext uri="{BB962C8B-B14F-4D97-AF65-F5344CB8AC3E}">
        <p14:creationId xmlns:p14="http://schemas.microsoft.com/office/powerpoint/2010/main" val="158919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CEDE5-CCFA-B9C1-1F6B-A049F25D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Layers of API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D8041-8A96-A339-E5B5-17FC2D851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Interaction Layer:</a:t>
            </a:r>
            <a:r>
              <a:rPr lang="en-US" dirty="0"/>
              <a:t> The outward-facing boundary where consumer apps (web, mobile, third-party clients) connect to endpoints.</a:t>
            </a:r>
          </a:p>
          <a:p>
            <a:pPr lvl="0"/>
            <a:r>
              <a:rPr lang="en-US" b="1" dirty="0"/>
              <a:t>Application (or Orchestration) Layer:</a:t>
            </a:r>
            <a:r>
              <a:rPr lang="en-US" dirty="0"/>
              <a:t> Houses the business logic, API gateways, routing mechanisms, and access control/rate-limiting protocols.</a:t>
            </a:r>
          </a:p>
          <a:p>
            <a:pPr lvl="0"/>
            <a:r>
              <a:rPr lang="en-US" b="1" dirty="0"/>
              <a:t>Integration Layer:</a:t>
            </a:r>
            <a:r>
              <a:rPr lang="en-US" dirty="0"/>
              <a:t> Connects the API rules to internal backend microservices, functions, and enterprise components.</a:t>
            </a:r>
          </a:p>
          <a:p>
            <a:pPr lvl="0"/>
            <a:r>
              <a:rPr lang="en-US" b="1" dirty="0"/>
              <a:t>Data Layer:</a:t>
            </a:r>
            <a:r>
              <a:rPr lang="en-US" dirty="0"/>
              <a:t> Manages underlying databases, caches, and storage systems to retrieve and save information securely.</a:t>
            </a:r>
          </a:p>
        </p:txBody>
      </p:sp>
    </p:spTree>
    <p:extLst>
      <p:ext uri="{BB962C8B-B14F-4D97-AF65-F5344CB8AC3E}">
        <p14:creationId xmlns:p14="http://schemas.microsoft.com/office/powerpoint/2010/main" val="206844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C6D2309-18F3-D24C-DC63-6BB3474E1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7C57476-2C83-11E7-0AB4-4AB04453D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04"/>
            <a:ext cx="12226634" cy="667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97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56118B-637E-6ACD-BD5D-A75D7E4B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634F8-A89A-34D4-377B-65725F224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934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0EB9F-3387-A229-0C44-C45B8E590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F1D1C-4E38-1345-0562-E35247E97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Which statement best describes an API contract?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database backup file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An agreement describing how software communicates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Docker image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UI color guide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45655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EA7ED2-E744-D018-E34E-B99C0DE7E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A6BB9-8535-8290-3638-470F998B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9A149-F2AD-55B8-02B4-CAE9F294C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Who can be a consumer of an API?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browsers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mobile apps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Web apps, mobile apps, services and partners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Only SQL Server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C</a:t>
            </a:r>
          </a:p>
        </p:txBody>
      </p:sp>
    </p:spTree>
    <p:extLst>
      <p:ext uri="{BB962C8B-B14F-4D97-AF65-F5344CB8AC3E}">
        <p14:creationId xmlns:p14="http://schemas.microsoft.com/office/powerpoint/2010/main" val="414512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292054-16AD-74D3-E674-425DF326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CDD7-A3F0-06D4-6F1F-911B43CC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7F1A-CD10-DA6A-9EF8-E6F547EAD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Which API type is usually limited to approved external organizations?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A. Internal</a:t>
            </a:r>
          </a:p>
          <a:p>
            <a:pPr marL="0" indent="0">
              <a:buNone/>
            </a:pPr>
            <a:r>
              <a:rPr lang="en-US" dirty="0"/>
              <a:t>B. Partner</a:t>
            </a:r>
          </a:p>
          <a:p>
            <a:pPr marL="0" indent="0">
              <a:buNone/>
            </a:pPr>
            <a:r>
              <a:rPr lang="en-US" dirty="0"/>
              <a:t>C. Public</a:t>
            </a:r>
          </a:p>
          <a:p>
            <a:pPr marL="0" indent="0">
              <a:buNone/>
            </a:pPr>
            <a:r>
              <a:rPr lang="en-US" dirty="0"/>
              <a:t>D. Localhost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27444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CD31-6AED-2209-D610-E13AB7A6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HTTP?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6D178-A55D-C898-FCEA-4E41D7E16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 is the communication mechanism used by browsers, apps, and APIs on the web. </a:t>
            </a:r>
          </a:p>
          <a:p>
            <a:r>
              <a:rPr lang="en-US" dirty="0"/>
              <a:t>Representational State Transfer (REST) is an architectural style commonly used with HTTP.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REST APIs are built on top of HTTP.</a:t>
            </a:r>
          </a:p>
          <a:p>
            <a:r>
              <a:rPr lang="en-US" dirty="0"/>
              <a:t>It tells us how requests are sent and how responses are returned.</a:t>
            </a:r>
          </a:p>
        </p:txBody>
      </p:sp>
    </p:spTree>
    <p:extLst>
      <p:ext uri="{BB962C8B-B14F-4D97-AF65-F5344CB8AC3E}">
        <p14:creationId xmlns:p14="http://schemas.microsoft.com/office/powerpoint/2010/main" val="2143664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CBEA-2ED9-C6AB-935C-6D62F688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0D840-127D-3269-45E9-6E7671FEA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request has four parts. Think of a courier parcel.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793CA8-46DF-BD6D-EA3A-27680A42C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676010"/>
              </p:ext>
            </p:extLst>
          </p:nvPr>
        </p:nvGraphicFramePr>
        <p:xfrm>
          <a:off x="838200" y="2480042"/>
          <a:ext cx="6160008" cy="3078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3336">
                  <a:extLst>
                    <a:ext uri="{9D8B030D-6E8A-4147-A177-3AD203B41FA5}">
                      <a16:colId xmlns:a16="http://schemas.microsoft.com/office/drawing/2014/main" val="405268451"/>
                    </a:ext>
                  </a:extLst>
                </a:gridCol>
                <a:gridCol w="2053336">
                  <a:extLst>
                    <a:ext uri="{9D8B030D-6E8A-4147-A177-3AD203B41FA5}">
                      <a16:colId xmlns:a16="http://schemas.microsoft.com/office/drawing/2014/main" val="1410666913"/>
                    </a:ext>
                  </a:extLst>
                </a:gridCol>
                <a:gridCol w="2053336">
                  <a:extLst>
                    <a:ext uri="{9D8B030D-6E8A-4147-A177-3AD203B41FA5}">
                      <a16:colId xmlns:a16="http://schemas.microsoft.com/office/drawing/2014/main" val="5250702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Part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Meaning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587036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Method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Action client wants to perform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GET, POST, PUT, DELETE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182707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URL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API address to call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/api/students/1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28697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Headers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Extra request information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Content-Type: application/json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90442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Body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Data sent to API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JSON for a new student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293620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Query string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Optional filtering/search data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?name=</a:t>
                      </a:r>
                      <a:r>
                        <a:rPr lang="en-US" sz="1600" dirty="0" err="1">
                          <a:effectLst/>
                        </a:rPr>
                        <a:t>ishan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46592357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380734E-1FA0-2743-F02F-68248FD64ABC}"/>
              </a:ext>
            </a:extLst>
          </p:cNvPr>
          <p:cNvSpPr txBox="1"/>
          <p:nvPr/>
        </p:nvSpPr>
        <p:spPr>
          <a:xfrm>
            <a:off x="7107174" y="2491204"/>
            <a:ext cx="4246626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E.g.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POST https://localhost:5001/api/students</a:t>
            </a:r>
          </a:p>
          <a:p>
            <a:r>
              <a:rPr lang="en-US" dirty="0"/>
              <a:t>Content-Type: application/</a:t>
            </a:r>
            <a:r>
              <a:rPr lang="en-US" dirty="0" err="1"/>
              <a:t>json</a:t>
            </a:r>
            <a:endParaRPr lang="en-US" dirty="0"/>
          </a:p>
          <a:p>
            <a:r>
              <a:rPr lang="en-US" dirty="0"/>
              <a:t>Accept: application/</a:t>
            </a:r>
            <a:r>
              <a:rPr lang="en-US" dirty="0" err="1"/>
              <a:t>json</a:t>
            </a:r>
            <a:endParaRPr lang="en-US" dirty="0"/>
          </a:p>
          <a:p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"name": "Amit",</a:t>
            </a:r>
          </a:p>
          <a:p>
            <a:r>
              <a:rPr lang="en-US" dirty="0"/>
              <a:t>  "email": "amit@test.com"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423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ED3B3-F9B4-86AE-6E01-087D9D5E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37C19-5045-058F-6EEE-81D421F7E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the API receives and processes a request, it sends an HTTP response.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E26319-E2E7-36AD-3D60-37A809D5F7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42668"/>
              </p:ext>
            </p:extLst>
          </p:nvPr>
        </p:nvGraphicFramePr>
        <p:xfrm>
          <a:off x="838200" y="2892838"/>
          <a:ext cx="6147816" cy="224609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9272">
                  <a:extLst>
                    <a:ext uri="{9D8B030D-6E8A-4147-A177-3AD203B41FA5}">
                      <a16:colId xmlns:a16="http://schemas.microsoft.com/office/drawing/2014/main" val="4058140615"/>
                    </a:ext>
                  </a:extLst>
                </a:gridCol>
                <a:gridCol w="2049272">
                  <a:extLst>
                    <a:ext uri="{9D8B030D-6E8A-4147-A177-3AD203B41FA5}">
                      <a16:colId xmlns:a16="http://schemas.microsoft.com/office/drawing/2014/main" val="670461203"/>
                    </a:ext>
                  </a:extLst>
                </a:gridCol>
                <a:gridCol w="2049272">
                  <a:extLst>
                    <a:ext uri="{9D8B030D-6E8A-4147-A177-3AD203B41FA5}">
                      <a16:colId xmlns:a16="http://schemas.microsoft.com/office/drawing/2014/main" val="3152595365"/>
                    </a:ext>
                  </a:extLst>
                </a:gridCol>
              </a:tblGrid>
              <a:tr h="4444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Part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Meaning</a:t>
                      </a:r>
                      <a:endParaRPr 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  <a:endParaRPr 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4234638961"/>
                  </a:ext>
                </a:extLst>
              </a:tr>
              <a:tr h="4083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Status code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Result of request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200, 201, 404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1188802648"/>
                  </a:ext>
                </a:extLst>
              </a:tr>
              <a:tr h="6966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Response headers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Extra response information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Content-Type, Location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3064683885"/>
                  </a:ext>
                </a:extLst>
              </a:tr>
              <a:tr h="6966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Response body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Returned data/error details</a:t>
                      </a:r>
                      <a:endParaRPr lang="en-US" sz="160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effectLst/>
                        </a:rPr>
                        <a:t>JSON object/array</a:t>
                      </a:r>
                      <a:endParaRPr lang="en-US" sz="16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0800" marR="50800" marT="50800" marB="50800" anchor="ctr"/>
                </a:tc>
                <a:extLst>
                  <a:ext uri="{0D108BD9-81ED-4DB2-BD59-A6C34878D82A}">
                    <a16:rowId xmlns:a16="http://schemas.microsoft.com/office/drawing/2014/main" val="275497592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A789292-06D8-CF87-1E23-49493BDA6491}"/>
              </a:ext>
            </a:extLst>
          </p:cNvPr>
          <p:cNvSpPr/>
          <p:nvPr/>
        </p:nvSpPr>
        <p:spPr>
          <a:xfrm>
            <a:off x="7665720" y="2757901"/>
            <a:ext cx="3300984" cy="26850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HTTP/1.1 200 OK</a:t>
            </a:r>
          </a:p>
          <a:p>
            <a:r>
              <a:rPr lang="en-US" dirty="0"/>
              <a:t>Content-Type: application/</a:t>
            </a:r>
            <a:r>
              <a:rPr lang="en-US" dirty="0" err="1"/>
              <a:t>json</a:t>
            </a:r>
            <a:endParaRPr lang="en-US" dirty="0"/>
          </a:p>
          <a:p>
            <a:endParaRPr lang="en-US" dirty="0"/>
          </a:p>
          <a:p>
            <a:r>
              <a:rPr lang="en-US" dirty="0"/>
              <a:t>{</a:t>
            </a:r>
          </a:p>
          <a:p>
            <a:r>
              <a:rPr lang="en-US" dirty="0"/>
              <a:t>  "id": 1,</a:t>
            </a:r>
          </a:p>
          <a:p>
            <a:r>
              <a:rPr lang="en-US" dirty="0"/>
              <a:t>  "name": "Amit",</a:t>
            </a:r>
          </a:p>
          <a:p>
            <a:r>
              <a:rPr lang="en-US" dirty="0"/>
              <a:t>  "email": "amit@test.com"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075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198FAF9-E7FF-AFB0-3C84-E34646DEB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HTTP Methods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B28F696-99A0-2779-2C8E-96A126427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HTTP methods tell the API what action wants to perform.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A2979EF-51BC-47FD-8032-9A74F3C01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603382"/>
              </p:ext>
            </p:extLst>
          </p:nvPr>
        </p:nvGraphicFramePr>
        <p:xfrm>
          <a:off x="998728" y="2603330"/>
          <a:ext cx="10175240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192">
                  <a:extLst>
                    <a:ext uri="{9D8B030D-6E8A-4147-A177-3AD203B41FA5}">
                      <a16:colId xmlns:a16="http://schemas.microsoft.com/office/drawing/2014/main" val="307725815"/>
                    </a:ext>
                  </a:extLst>
                </a:gridCol>
                <a:gridCol w="3297428">
                  <a:extLst>
                    <a:ext uri="{9D8B030D-6E8A-4147-A177-3AD203B41FA5}">
                      <a16:colId xmlns:a16="http://schemas.microsoft.com/office/drawing/2014/main" val="1160933585"/>
                    </a:ext>
                  </a:extLst>
                </a:gridCol>
                <a:gridCol w="2134108">
                  <a:extLst>
                    <a:ext uri="{9D8B030D-6E8A-4147-A177-3AD203B41FA5}">
                      <a16:colId xmlns:a16="http://schemas.microsoft.com/office/drawing/2014/main" val="2290384949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1448426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What It Does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Request Body?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Response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952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GET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b="1" dirty="0">
                          <a:effectLst/>
                        </a:rPr>
                        <a:t>Read</a:t>
                      </a:r>
                      <a:r>
                        <a:rPr lang="en-US" dirty="0">
                          <a:effectLst/>
                        </a:rPr>
                        <a:t> data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</a:rPr>
                        <a:t>No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</a:rPr>
                        <a:t>200 OK or 404 Not Found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915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POST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b="1" dirty="0">
                          <a:effectLst/>
                        </a:rPr>
                        <a:t>Create</a:t>
                      </a:r>
                      <a:r>
                        <a:rPr lang="en-US" dirty="0">
                          <a:effectLst/>
                        </a:rPr>
                        <a:t> a brand-new resource.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</a:rPr>
                        <a:t>Yes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dirty="0">
                          <a:effectLst/>
                        </a:rPr>
                        <a:t>201 Created</a:t>
                      </a:r>
                      <a:endParaRPr lang="en-US" dirty="0">
                        <a:effectLst/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3647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PUT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Replace</a:t>
                      </a:r>
                      <a:r>
                        <a:rPr lang="en-US" dirty="0"/>
                        <a:t> the entire existing resource.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200 OK</a:t>
                      </a:r>
                      <a:r>
                        <a:rPr lang="en-US" dirty="0"/>
                        <a:t> or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204 No Content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6430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PATCH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Partially update</a:t>
                      </a:r>
                      <a:r>
                        <a:rPr lang="en-US" dirty="0"/>
                        <a:t> specific fields of a resource.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200 OK</a:t>
                      </a:r>
                      <a:r>
                        <a:rPr lang="en-US" dirty="0"/>
                        <a:t> or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204 No Content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572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effectLst/>
                        </a:rPr>
                        <a:t>DELETE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Remove</a:t>
                      </a:r>
                      <a:r>
                        <a:rPr lang="en-US" dirty="0"/>
                        <a:t> a resource.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204 No Content</a:t>
                      </a:r>
                      <a:r>
                        <a:rPr lang="en-US" dirty="0"/>
                        <a:t> or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404 Not Found</a:t>
                      </a:r>
                      <a:endParaRPr lang="en-US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476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231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C74378-5DC9-08F6-8C60-3A4641BE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HTTP Status Codes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B58DFE-1DD1-872E-0E4C-EF3FF7187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sz="2400" dirty="0"/>
              <a:t>HTTP status codes tell the client what happened after the API processed the request.</a:t>
            </a:r>
          </a:p>
          <a:p>
            <a:r>
              <a:rPr lang="en-US" sz="2400" dirty="0"/>
              <a:t>They are 3-digit standardized numbers the server sends back so the client knows what happened.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D3F36B1-2582-2D49-2665-D8660280F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696316"/>
              </p:ext>
            </p:extLst>
          </p:nvPr>
        </p:nvGraphicFramePr>
        <p:xfrm>
          <a:off x="838199" y="3410521"/>
          <a:ext cx="10515601" cy="295624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619">
                  <a:extLst>
                    <a:ext uri="{9D8B030D-6E8A-4147-A177-3AD203B41FA5}">
                      <a16:colId xmlns:a16="http://schemas.microsoft.com/office/drawing/2014/main" val="1244434346"/>
                    </a:ext>
                  </a:extLst>
                </a:gridCol>
                <a:gridCol w="4196914">
                  <a:extLst>
                    <a:ext uri="{9D8B030D-6E8A-4147-A177-3AD203B41FA5}">
                      <a16:colId xmlns:a16="http://schemas.microsoft.com/office/drawing/2014/main" val="3217821441"/>
                    </a:ext>
                  </a:extLst>
                </a:gridCol>
                <a:gridCol w="3987068">
                  <a:extLst>
                    <a:ext uri="{9D8B030D-6E8A-4147-A177-3AD203B41FA5}">
                      <a16:colId xmlns:a16="http://schemas.microsoft.com/office/drawing/2014/main" val="2187127740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Code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Meaning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Campus Bites moment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76200" marR="76200" marT="63500" marB="63500" anchor="ctr"/>
                </a:tc>
                <a:extLst>
                  <a:ext uri="{0D108BD9-81ED-4DB2-BD59-A6C34878D82A}">
                    <a16:rowId xmlns:a16="http://schemas.microsoft.com/office/drawing/2014/main" val="1299150770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200 OK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Worked, here's your data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Menu fetched successfully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2129062743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201 Created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New thing made successfully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An order was placed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2148726464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204 No Content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Worked, nothing to send back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An order was cancelled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732089301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400 Bad Request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You sent something wrong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Ordering zero quantity of an item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861298125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404 Not Found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That thing doesn't exist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Menu item 99, which was never on the napkin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576959284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409 Conflict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Clashes with the current state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Trying to cancel an order that's already “Delivered”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782508868"/>
                  </a:ext>
                </a:extLst>
              </a:tr>
              <a:tr h="263398"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500 Server Error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>
                          <a:solidFill>
                            <a:srgbClr val="14201D"/>
                          </a:solidFill>
                          <a:effectLst/>
                        </a:rPr>
                        <a:t>Something broke on our side</a:t>
                      </a:r>
                      <a:endParaRPr lang="en-US" sz="200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01D"/>
                          </a:solidFill>
                          <a:effectLst/>
                        </a:rPr>
                        <a:t>A bug in our code, not the caller's fault</a:t>
                      </a:r>
                      <a:endParaRPr lang="en-US" sz="2000" dirty="0">
                        <a:solidFill>
                          <a:srgbClr val="14201D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76200" marR="76200" marT="57150" marB="57150" anchor="ctr"/>
                </a:tc>
                <a:extLst>
                  <a:ext uri="{0D108BD9-81ED-4DB2-BD59-A6C34878D82A}">
                    <a16:rowId xmlns:a16="http://schemas.microsoft.com/office/drawing/2014/main" val="3385127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3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3245A4-77A8-850F-1FD8-A4CC8637F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Safety and Idempotency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0C0267-7689-D2EA-3021-71037E33E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An HTTP method is </a:t>
            </a:r>
            <a:r>
              <a:rPr lang="en-US" sz="2000" b="1" dirty="0"/>
              <a:t>Safe</a:t>
            </a:r>
            <a:r>
              <a:rPr lang="en-US" sz="2000" dirty="0"/>
              <a:t> if calling it </a:t>
            </a:r>
            <a:r>
              <a:rPr lang="en-US" sz="2000" b="1" dirty="0"/>
              <a:t>does not change any data</a:t>
            </a:r>
            <a:r>
              <a:rPr lang="en-US" sz="2000" dirty="0"/>
              <a:t> on the server or in the database (Read-Only).</a:t>
            </a:r>
          </a:p>
          <a:p>
            <a:r>
              <a:rPr lang="en-US" sz="2000" dirty="0"/>
              <a:t>An HTTP method is </a:t>
            </a:r>
            <a:r>
              <a:rPr lang="en-US" sz="2000" b="1" dirty="0"/>
              <a:t>Idempotent</a:t>
            </a:r>
            <a:r>
              <a:rPr lang="en-US" sz="2000" dirty="0"/>
              <a:t> if executing it </a:t>
            </a:r>
            <a:r>
              <a:rPr lang="en-US" sz="2000" b="1" dirty="0"/>
              <a:t>multiple times with the same input produces the exact same end state on the server as calling it once</a:t>
            </a:r>
            <a:r>
              <a:rPr lang="en-US" sz="2000" dirty="0"/>
              <a:t>. </a:t>
            </a:r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79AFC3FC-AFA9-36EA-4607-C88ADD36F9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0786117"/>
              </p:ext>
            </p:extLst>
          </p:nvPr>
        </p:nvGraphicFramePr>
        <p:xfrm>
          <a:off x="838200" y="3252089"/>
          <a:ext cx="10515599" cy="282161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19784">
                  <a:extLst>
                    <a:ext uri="{9D8B030D-6E8A-4147-A177-3AD203B41FA5}">
                      <a16:colId xmlns:a16="http://schemas.microsoft.com/office/drawing/2014/main" val="799199966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3223047648"/>
                    </a:ext>
                  </a:extLst>
                </a:gridCol>
                <a:gridCol w="2203704">
                  <a:extLst>
                    <a:ext uri="{9D8B030D-6E8A-4147-A177-3AD203B41FA5}">
                      <a16:colId xmlns:a16="http://schemas.microsoft.com/office/drawing/2014/main" val="925529166"/>
                    </a:ext>
                  </a:extLst>
                </a:gridCol>
                <a:gridCol w="5373623">
                  <a:extLst>
                    <a:ext uri="{9D8B030D-6E8A-4147-A177-3AD203B41FA5}">
                      <a16:colId xmlns:a16="http://schemas.microsoft.com/office/drawing/2014/main" val="448723068"/>
                    </a:ext>
                  </a:extLst>
                </a:gridCol>
              </a:tblGrid>
              <a:tr h="22193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Method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Safe?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Idempotent?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Why?</a:t>
                      </a:r>
                      <a:endParaRPr lang="en-US" sz="18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923276852"/>
                  </a:ext>
                </a:extLst>
              </a:tr>
              <a:tr h="383881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GET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Yes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Only reads data; database state never changes.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880473609"/>
                  </a:ext>
                </a:extLst>
              </a:tr>
              <a:tr h="405938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POST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No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Calling it 3 times creates 3 duplicate records in the database.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396042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PUT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Overwrites the resource with the exact payload provided; repeating it keeps the exact same state. 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220631745"/>
                  </a:ext>
                </a:extLst>
              </a:tr>
              <a:tr h="560517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PATCH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No (by spec)* 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Modifies data; operations like { "op": "increment", "amount": 10 } change state every time.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4113756062"/>
                  </a:ext>
                </a:extLst>
              </a:tr>
              <a:tr h="608955"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DELETE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No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Yes</a:t>
                      </a:r>
                      <a:endParaRPr lang="en-US" sz="140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tc>
                  <a:txBody>
                    <a:bodyPr/>
                    <a:lstStyle/>
                    <a:p>
                      <a:pPr marL="0" marR="0">
                        <a:spcAft>
                          <a:spcPts val="24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Deleting item #10 removes it. Deleting it again leaves it deleted (end state is the same). </a:t>
                      </a:r>
                      <a:endParaRPr lang="en-US" sz="1400" dirty="0">
                        <a:effectLst/>
                        <a:latin typeface="Google Sans Text"/>
                      </a:endParaRPr>
                    </a:p>
                  </a:txBody>
                  <a:tcPr marL="56955" marR="56955" marT="37970" marB="37970" anchor="ctr"/>
                </a:tc>
                <a:extLst>
                  <a:ext uri="{0D108BD9-81ED-4DB2-BD59-A6C34878D82A}">
                    <a16:rowId xmlns:a16="http://schemas.microsoft.com/office/drawing/2014/main" val="3454155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042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D874-FD6F-6AE5-92CB-95E055E2C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2AEDB3-C035-A74A-7609-464A8BE86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Which address correctly follows resource-naming rules for “get vada pav, item 2”?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</a:t>
            </a:r>
            <a:r>
              <a:rPr lang="en-US" dirty="0" err="1"/>
              <a:t>getMenuItem?id</a:t>
            </a:r>
            <a:r>
              <a:rPr lang="en-US" dirty="0"/>
              <a:t>=2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/menu-items/2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</a:t>
            </a:r>
            <a:r>
              <a:rPr lang="en-US" dirty="0" err="1"/>
              <a:t>MenuItem</a:t>
            </a:r>
            <a:r>
              <a:rPr lang="en-US" dirty="0"/>
              <a:t>/2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/menu-item/</a:t>
            </a:r>
            <a:r>
              <a:rPr lang="en-US" dirty="0" err="1"/>
              <a:t>getById</a:t>
            </a:r>
            <a:r>
              <a:rPr lang="en-US" dirty="0"/>
              <a:t>/2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22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DF58-464D-5D11-8180-132DE59D5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BBE7A-50D1-D754-E725-3E855E0F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8F3873-F92F-4525-5926-6E6450E30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 new student was successfully added. Which status is most suitable?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200 only, in every case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503 Service Unavailable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404 Not Found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201 Created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51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FAF06-6C6E-524F-58EF-F5E35725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606CE-BF45-1EC6-C2EE-7C30A1E1B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3F962F-EBF3-2359-22A7-A71A98D2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does /orders/5/items represent?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items belonging to order 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Order number 5, repeated 5 times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Item number 5 in every order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typo for /order-items/5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A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625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82965-081E-6080-D02F-CDC95D52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FB61B-51D4-797B-6192-9EC3B01F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E674EAF-97EA-5EB8-0047-9477BC8C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goes wrong if an API always returns 200, even on failure?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Nothing, it's a style choice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response gets bigger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Caching, monitoring, and automatic retries all quietly break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JSON stops working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771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F77C-81B8-E21A-0C58-64E2D7539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42808-D605-4C4F-1D5A-102759A33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REST has a few rules called </a:t>
            </a:r>
            <a:r>
              <a:rPr lang="en-US" b="1" dirty="0"/>
              <a:t>constraints</a:t>
            </a:r>
            <a:r>
              <a:rPr lang="en-US" dirty="0"/>
              <a:t> that help us build APIs that are easy to understand and consistent.</a:t>
            </a:r>
          </a:p>
          <a:p>
            <a:pPr marL="0" indent="0">
              <a:buNone/>
            </a:pPr>
            <a:r>
              <a:rPr lang="en-US" dirty="0"/>
              <a:t>REST has </a:t>
            </a:r>
            <a:r>
              <a:rPr lang="en-US" b="1" dirty="0"/>
              <a:t>six constraints</a:t>
            </a:r>
            <a:r>
              <a:rPr lang="en-US" dirty="0"/>
              <a:t>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client-server,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stateless,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cacheable,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uniform interface,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layered system,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code-on-demand (optional)</a:t>
            </a:r>
          </a:p>
        </p:txBody>
      </p:sp>
    </p:spTree>
    <p:extLst>
      <p:ext uri="{BB962C8B-B14F-4D97-AF65-F5344CB8AC3E}">
        <p14:creationId xmlns:p14="http://schemas.microsoft.com/office/powerpoint/2010/main" val="290272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EE25D99-E561-77E1-7108-D5292D22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91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ED940-965D-C0B5-9E8D-75C5126B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B7F6-929E-0B3E-5E07-F6B32390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70DD05-BB78-6DE6-E3C1-50420AF6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Which of the following best describes the Stateless constraint in a RESTful architecture?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client is forbidden from maintaining any of its own application state locally.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server must store session information in a distributed cache so multiple instances can access it.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Each request from a client to a server must contain all the information necessary to understand and complete the request, without relying on stored session context on the server.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server and client must maintain an active, bidirectional persistent socket connection throughout the session lifecycle.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80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0514-8F66-3125-5D42-44AF67E2E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AAE86-179F-D2E2-8C05-7556F982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716BF6-807D-9169-4485-7D96C1DE2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How do cacheable responses improve the efficiency of a RESTful web service?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forcing the server to store a persistent copy of every client request indefinitely in RAM.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encrypting the data payload twice to prevent unauthorized intermediate caching.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ensuring that no response can ever be saved in an intermediate proxy or browser cache.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By labeling responses implicitly or explicitly as cacheable, clients can reuse response data for subsequent equivalent requests, reducing network traffic and server load.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65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DC5D4-1CD4-BAA2-551A-BD19A86F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E02B-0199-7CA9-06C7-7E42E562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2BFBDB-9302-B879-049A-248823913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Which of the following best characterizes the Layered System constraint in a REST architecture?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client can only communicate with the ultimate end-server and is strictly forbidden from talking to any intermediary.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 component cannot see beyond the immediate layer it is interacting with, meaning a client cannot tell whether it is connected directly to the end server or an intermediary.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database layer must be directly exposed to the client to minimize response latency.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All network layers from the physical OSI layer to the application layer must be combined into a single monolithic protocol.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53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613</TotalTime>
  <Words>1558</Words>
  <Application>Microsoft Office PowerPoint</Application>
  <PresentationFormat>Widescreen</PresentationFormat>
  <Paragraphs>263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Google Sans Text</vt:lpstr>
      <vt:lpstr>Office Theme</vt:lpstr>
      <vt:lpstr>Web API Development with ASP.NET Core (.NET 10) </vt:lpstr>
      <vt:lpstr>API</vt:lpstr>
      <vt:lpstr>PowerPoint Presentation</vt:lpstr>
      <vt:lpstr>API = Application Programming Interface</vt:lpstr>
      <vt:lpstr>Advantages and Disadvantages</vt:lpstr>
      <vt:lpstr>PowerPoint Presentation</vt:lpstr>
      <vt:lpstr>API Architecture</vt:lpstr>
      <vt:lpstr>4 Layers of API Architecture</vt:lpstr>
      <vt:lpstr>PowerPoint Presentation</vt:lpstr>
      <vt:lpstr>PowerPoint Presentation</vt:lpstr>
      <vt:lpstr>Quick Quiz</vt:lpstr>
      <vt:lpstr>Quick Quiz</vt:lpstr>
      <vt:lpstr>Quick Quiz</vt:lpstr>
      <vt:lpstr>What is HTTP?</vt:lpstr>
      <vt:lpstr>HTTP Request</vt:lpstr>
      <vt:lpstr>HTTP Response</vt:lpstr>
      <vt:lpstr>HTTP Methods</vt:lpstr>
      <vt:lpstr>HTTP Status Codes</vt:lpstr>
      <vt:lpstr>Safety and Idempotency</vt:lpstr>
      <vt:lpstr>Quick Quiz</vt:lpstr>
      <vt:lpstr>Quick Quiz</vt:lpstr>
      <vt:lpstr>Quick Quiz</vt:lpstr>
      <vt:lpstr>Quick Quiz</vt:lpstr>
      <vt:lpstr>REST Constraints</vt:lpstr>
      <vt:lpstr>PowerPoint Presentation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2026-10-21T03:47:01Z</dcterms:modified>
</cp:coreProperties>
</file>