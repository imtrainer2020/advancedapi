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4" r:id="rId1"/>
  </p:sldMasterIdLst>
  <p:sldIdLst>
    <p:sldId id="256" r:id="rId2"/>
    <p:sldId id="258" r:id="rId3"/>
    <p:sldId id="257" r:id="rId4"/>
    <p:sldId id="269" r:id="rId5"/>
    <p:sldId id="260" r:id="rId6"/>
    <p:sldId id="259" r:id="rId7"/>
    <p:sldId id="261" r:id="rId8"/>
    <p:sldId id="262" r:id="rId9"/>
    <p:sldId id="263" r:id="rId10"/>
    <p:sldId id="264" r:id="rId11"/>
    <p:sldId id="265" r:id="rId12"/>
    <p:sldId id="266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68" r:id="rId21"/>
    <p:sldId id="277" r:id="rId22"/>
    <p:sldId id="278" r:id="rId23"/>
    <p:sldId id="279" r:id="rId24"/>
    <p:sldId id="280" r:id="rId25"/>
    <p:sldId id="282" r:id="rId26"/>
    <p:sldId id="283" r:id="rId27"/>
    <p:sldId id="284" r:id="rId28"/>
    <p:sldId id="28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han Malik" userId="75bbfd951af34ddf" providerId="LiveId" clId="{72EBD0DD-2070-4E6C-9DD9-806D8E44FFC7}"/>
    <pc:docChg chg="undo custSel addSld delSld modSld sldOrd modMainMaster">
      <pc:chgData name="Ishan Malik" userId="75bbfd951af34ddf" providerId="LiveId" clId="{72EBD0DD-2070-4E6C-9DD9-806D8E44FFC7}" dt="2026-10-18T06:00:46.385" v="1033" actId="113"/>
      <pc:docMkLst>
        <pc:docMk/>
      </pc:docMkLst>
      <pc:sldChg chg="modSp new mod">
        <pc:chgData name="Ishan Malik" userId="75bbfd951af34ddf" providerId="LiveId" clId="{72EBD0DD-2070-4E6C-9DD9-806D8E44FFC7}" dt="2026-09-22T16:56:15.633" v="557"/>
        <pc:sldMkLst>
          <pc:docMk/>
          <pc:sldMk cId="750024370" sldId="256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750024370" sldId="256"/>
            <ac:spMk id="2" creationId="{D46A0EEF-DD89-DC64-D8DD-D71BC18C1298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750024370" sldId="256"/>
            <ac:spMk id="3" creationId="{27706239-3D08-7827-C9F5-6B5D595662FE}"/>
          </ac:spMkLst>
        </pc:spChg>
      </pc:sldChg>
      <pc:sldChg chg="modSp new mod ord setBg modAnim">
        <pc:chgData name="Ishan Malik" userId="75bbfd951af34ddf" providerId="LiveId" clId="{72EBD0DD-2070-4E6C-9DD9-806D8E44FFC7}" dt="2026-10-14T10:20:21.400" v="599"/>
        <pc:sldMkLst>
          <pc:docMk/>
          <pc:sldMk cId="3328909945" sldId="257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3328909945" sldId="257"/>
            <ac:spMk id="2" creationId="{1631AFEF-1327-45A0-B171-A6B6753934E2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3328909945" sldId="257"/>
            <ac:spMk id="3" creationId="{39FC679A-45D8-6877-CB84-D2FBD71945F7}"/>
          </ac:spMkLst>
        </pc:spChg>
      </pc:sldChg>
      <pc:sldChg chg="addSp delSp modSp new mod ord">
        <pc:chgData name="Ishan Malik" userId="75bbfd951af34ddf" providerId="LiveId" clId="{72EBD0DD-2070-4E6C-9DD9-806D8E44FFC7}" dt="2026-09-22T10:16:19.892" v="95"/>
        <pc:sldMkLst>
          <pc:docMk/>
          <pc:sldMk cId="276369482" sldId="258"/>
        </pc:sldMkLst>
        <pc:picChg chg="add mod">
          <ac:chgData name="Ishan Malik" userId="75bbfd951af34ddf" providerId="LiveId" clId="{72EBD0DD-2070-4E6C-9DD9-806D8E44FFC7}" dt="2026-09-22T09:31:37.892" v="66" actId="14100"/>
          <ac:picMkLst>
            <pc:docMk/>
            <pc:sldMk cId="276369482" sldId="258"/>
            <ac:picMk id="5" creationId="{4CCC45E3-ABA0-CC10-F7A2-87B3C4666714}"/>
          </ac:picMkLst>
        </pc:picChg>
      </pc:sldChg>
      <pc:sldChg chg="modSp new mod modAnim">
        <pc:chgData name="Ishan Malik" userId="75bbfd951af34ddf" providerId="LiveId" clId="{72EBD0DD-2070-4E6C-9DD9-806D8E44FFC7}" dt="2026-10-14T10:16:00.332" v="565"/>
        <pc:sldMkLst>
          <pc:docMk/>
          <pc:sldMk cId="1589194582" sldId="259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1589194582" sldId="259"/>
            <ac:spMk id="2" creationId="{D3C0F1D4-0182-6580-449B-8C1F295DE368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1589194582" sldId="259"/>
            <ac:spMk id="3" creationId="{C7E17041-7047-30BF-C61B-DAEE9A0731C3}"/>
          </ac:spMkLst>
        </pc:spChg>
      </pc:sldChg>
      <pc:sldChg chg="addSp delSp modSp add mod ord">
        <pc:chgData name="Ishan Malik" userId="75bbfd951af34ddf" providerId="LiveId" clId="{72EBD0DD-2070-4E6C-9DD9-806D8E44FFC7}" dt="2026-09-22T10:50:04.802" v="105" actId="14100"/>
        <pc:sldMkLst>
          <pc:docMk/>
          <pc:sldMk cId="4055161058" sldId="260"/>
        </pc:sldMkLst>
        <pc:picChg chg="add mod">
          <ac:chgData name="Ishan Malik" userId="75bbfd951af34ddf" providerId="LiveId" clId="{72EBD0DD-2070-4E6C-9DD9-806D8E44FFC7}" dt="2026-09-22T10:50:04.802" v="105" actId="14100"/>
          <ac:picMkLst>
            <pc:docMk/>
            <pc:sldMk cId="4055161058" sldId="260"/>
            <ac:picMk id="3" creationId="{E5EB4DFA-B50F-7DEE-41DF-3456176CE8A7}"/>
          </ac:picMkLst>
        </pc:picChg>
      </pc:sldChg>
      <pc:sldChg chg="modSp new mod modAnim">
        <pc:chgData name="Ishan Malik" userId="75bbfd951af34ddf" providerId="LiveId" clId="{72EBD0DD-2070-4E6C-9DD9-806D8E44FFC7}" dt="2026-10-14T10:17:17.586" v="574"/>
        <pc:sldMkLst>
          <pc:docMk/>
          <pc:sldMk cId="2068444819" sldId="261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2068444819" sldId="261"/>
            <ac:spMk id="2" creationId="{A44CEDE5-CCFA-B9C1-1F6B-A049F25DC6DD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2068444819" sldId="261"/>
            <ac:spMk id="3" creationId="{48FD8041-8A96-A339-E5B5-17FC2D851D20}"/>
          </ac:spMkLst>
        </pc:spChg>
      </pc:sldChg>
      <pc:sldChg chg="addSp delSp modSp add mod ord">
        <pc:chgData name="Ishan Malik" userId="75bbfd951af34ddf" providerId="LiveId" clId="{72EBD0DD-2070-4E6C-9DD9-806D8E44FFC7}" dt="2026-09-22T11:13:08.756" v="137" actId="14100"/>
        <pc:sldMkLst>
          <pc:docMk/>
          <pc:sldMk cId="1464997959" sldId="262"/>
        </pc:sldMkLst>
        <pc:picChg chg="add mod">
          <ac:chgData name="Ishan Malik" userId="75bbfd951af34ddf" providerId="LiveId" clId="{72EBD0DD-2070-4E6C-9DD9-806D8E44FFC7}" dt="2026-09-22T11:13:08.756" v="137" actId="14100"/>
          <ac:picMkLst>
            <pc:docMk/>
            <pc:sldMk cId="1464997959" sldId="262"/>
            <ac:picMk id="6" creationId="{D7C57476-2C83-11E7-0AB4-4AB04453DDA5}"/>
          </ac:picMkLst>
        </pc:picChg>
      </pc:sldChg>
      <pc:sldChg chg="addSp delSp modSp add mod">
        <pc:chgData name="Ishan Malik" userId="75bbfd951af34ddf" providerId="LiveId" clId="{72EBD0DD-2070-4E6C-9DD9-806D8E44FFC7}" dt="2026-09-22T11:37:01.195" v="142" actId="14100"/>
        <pc:sldMkLst>
          <pc:docMk/>
          <pc:sldMk cId="2891934033" sldId="263"/>
        </pc:sldMkLst>
        <pc:picChg chg="add mod">
          <ac:chgData name="Ishan Malik" userId="75bbfd951af34ddf" providerId="LiveId" clId="{72EBD0DD-2070-4E6C-9DD9-806D8E44FFC7}" dt="2026-09-22T11:37:01.195" v="142" actId="14100"/>
          <ac:picMkLst>
            <pc:docMk/>
            <pc:sldMk cId="2891934033" sldId="263"/>
            <ac:picMk id="3" creationId="{F2D634F8-A89A-34D4-377B-65725F224674}"/>
          </ac:picMkLst>
        </pc:picChg>
      </pc:sldChg>
      <pc:sldChg chg="modSp new mod ord modAnim">
        <pc:chgData name="Ishan Malik" userId="75bbfd951af34ddf" providerId="LiveId" clId="{72EBD0DD-2070-4E6C-9DD9-806D8E44FFC7}" dt="2026-10-14T10:31:40.924" v="609" actId="20578"/>
        <pc:sldMkLst>
          <pc:docMk/>
          <pc:sldMk cId="1456556091" sldId="264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1456556091" sldId="264"/>
            <ac:spMk id="2" creationId="{3BB0EB9F-3387-A229-0C44-C45B8E590BE7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1456556091" sldId="264"/>
            <ac:spMk id="3" creationId="{6D4F1D1C-4E38-1345-0562-E35247E97021}"/>
          </ac:spMkLst>
        </pc:spChg>
      </pc:sldChg>
      <pc:sldChg chg="modSp add mod ord">
        <pc:chgData name="Ishan Malik" userId="75bbfd951af34ddf" providerId="LiveId" clId="{72EBD0DD-2070-4E6C-9DD9-806D8E44FFC7}" dt="2026-10-14T10:31:40.213" v="608" actId="20578"/>
        <pc:sldMkLst>
          <pc:docMk/>
          <pc:sldMk cId="4145122847" sldId="265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4145122847" sldId="265"/>
            <ac:spMk id="2" creationId="{2A0A6BB9-8535-8290-3638-470F998BE76B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4145122847" sldId="265"/>
            <ac:spMk id="3" creationId="{F2B9A149-F2AD-55B8-02B4-CAE9F294C2E1}"/>
          </ac:spMkLst>
        </pc:spChg>
      </pc:sldChg>
      <pc:sldChg chg="modSp add mod modAnim">
        <pc:chgData name="Ishan Malik" userId="75bbfd951af34ddf" providerId="LiveId" clId="{72EBD0DD-2070-4E6C-9DD9-806D8E44FFC7}" dt="2026-09-22T16:56:15.633" v="557"/>
        <pc:sldMkLst>
          <pc:docMk/>
          <pc:sldMk cId="274447625" sldId="266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274447625" sldId="266"/>
            <ac:spMk id="2" creationId="{7CDDCDD7-A3F0-06D4-6F1F-911B43CC41A1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274447625" sldId="266"/>
            <ac:spMk id="3" creationId="{9F9E7F1A-CD10-DA6A-9EF8-E6F547EAD7E9}"/>
          </ac:spMkLst>
        </pc:spChg>
      </pc:sldChg>
      <pc:sldChg chg="add">
        <pc:chgData name="Ishan Malik" userId="75bbfd951af34ddf" providerId="LiveId" clId="{72EBD0DD-2070-4E6C-9DD9-806D8E44FFC7}" dt="2026-10-16T11:54:56.864" v="792"/>
        <pc:sldMkLst>
          <pc:docMk/>
          <pc:sldMk cId="667251525" sldId="268"/>
        </pc:sldMkLst>
      </pc:sldChg>
      <pc:sldChg chg="addSp delSp modSp new mod ord setBg modAnim">
        <pc:chgData name="Ishan Malik" userId="75bbfd951af34ddf" providerId="LiveId" clId="{72EBD0DD-2070-4E6C-9DD9-806D8E44FFC7}" dt="2026-10-14T10:19:44.888" v="583"/>
        <pc:sldMkLst>
          <pc:docMk/>
          <pc:sldMk cId="143988488" sldId="269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143988488" sldId="269"/>
            <ac:spMk id="2" creationId="{3022856B-8B0F-6C1F-0473-1DD41C089FFC}"/>
          </ac:spMkLst>
        </pc:spChg>
        <pc:graphicFrameChg chg="add mod ord modGraphic">
          <ac:chgData name="Ishan Malik" userId="75bbfd951af34ddf" providerId="LiveId" clId="{72EBD0DD-2070-4E6C-9DD9-806D8E44FFC7}" dt="2026-09-22T16:56:15.633" v="557"/>
          <ac:graphicFrameMkLst>
            <pc:docMk/>
            <pc:sldMk cId="143988488" sldId="269"/>
            <ac:graphicFrameMk id="4" creationId="{DEA2B125-9ABC-941F-A1BA-9D78317DE26B}"/>
          </ac:graphicFrameMkLst>
        </pc:graphicFrameChg>
      </pc:sldChg>
      <pc:sldChg chg="modSp new mod modAnim">
        <pc:chgData name="Ishan Malik" userId="75bbfd951af34ddf" providerId="LiveId" clId="{72EBD0DD-2070-4E6C-9DD9-806D8E44FFC7}" dt="2026-10-16T11:13:45.166" v="620"/>
        <pc:sldMkLst>
          <pc:docMk/>
          <pc:sldMk cId="2143664787" sldId="270"/>
        </pc:sldMkLst>
        <pc:spChg chg="mod">
          <ac:chgData name="Ishan Malik" userId="75bbfd951af34ddf" providerId="LiveId" clId="{72EBD0DD-2070-4E6C-9DD9-806D8E44FFC7}" dt="2026-10-16T11:13:31.324" v="613"/>
          <ac:spMkLst>
            <pc:docMk/>
            <pc:sldMk cId="2143664787" sldId="270"/>
            <ac:spMk id="2" creationId="{7214CD31-6AED-2209-D610-E13AB7A61290}"/>
          </ac:spMkLst>
        </pc:spChg>
        <pc:spChg chg="mod">
          <ac:chgData name="Ishan Malik" userId="75bbfd951af34ddf" providerId="LiveId" clId="{72EBD0DD-2070-4E6C-9DD9-806D8E44FFC7}" dt="2026-10-16T11:13:38.085" v="618" actId="20577"/>
          <ac:spMkLst>
            <pc:docMk/>
            <pc:sldMk cId="2143664787" sldId="270"/>
            <ac:spMk id="3" creationId="{E4B6D178-A55D-C898-FCEA-4E41D7E167D8}"/>
          </ac:spMkLst>
        </pc:spChg>
      </pc:sldChg>
      <pc:sldChg chg="addSp delSp modSp new mod modAnim">
        <pc:chgData name="Ishan Malik" userId="75bbfd951af34ddf" providerId="LiveId" clId="{72EBD0DD-2070-4E6C-9DD9-806D8E44FFC7}" dt="2026-10-18T06:00:40.509" v="1032" actId="113"/>
        <pc:sldMkLst>
          <pc:docMk/>
          <pc:sldMk cId="4214231092" sldId="271"/>
        </pc:sldMkLst>
        <pc:spChg chg="mod">
          <ac:chgData name="Ishan Malik" userId="75bbfd951af34ddf" providerId="LiveId" clId="{72EBD0DD-2070-4E6C-9DD9-806D8E44FFC7}" dt="2026-10-18T06:00:40.509" v="1032" actId="113"/>
          <ac:spMkLst>
            <pc:docMk/>
            <pc:sldMk cId="4214231092" sldId="271"/>
            <ac:spMk id="2" creationId="{A6F2CBEA-2ED9-C6AB-935C-6D62F6882D2A}"/>
          </ac:spMkLst>
        </pc:spChg>
        <pc:spChg chg="add del mod">
          <ac:chgData name="Ishan Malik" userId="75bbfd951af34ddf" providerId="LiveId" clId="{72EBD0DD-2070-4E6C-9DD9-806D8E44FFC7}" dt="2026-10-16T11:31:14.435" v="673"/>
          <ac:spMkLst>
            <pc:docMk/>
            <pc:sldMk cId="4214231092" sldId="271"/>
            <ac:spMk id="3" creationId="{5A40D840-127D-3269-45E9-6E7671FEAB59}"/>
          </ac:spMkLst>
        </pc:spChg>
        <pc:spChg chg="add mod">
          <ac:chgData name="Ishan Malik" userId="75bbfd951af34ddf" providerId="LiveId" clId="{72EBD0DD-2070-4E6C-9DD9-806D8E44FFC7}" dt="2026-10-16T11:34:11.411" v="707" actId="20577"/>
          <ac:spMkLst>
            <pc:docMk/>
            <pc:sldMk cId="4214231092" sldId="271"/>
            <ac:spMk id="10" creationId="{A380734E-1FA0-2743-F02F-68248FD64ABC}"/>
          </ac:spMkLst>
        </pc:spChg>
        <pc:graphicFrameChg chg="add mod modGraphic">
          <ac:chgData name="Ishan Malik" userId="75bbfd951af34ddf" providerId="LiveId" clId="{72EBD0DD-2070-4E6C-9DD9-806D8E44FFC7}" dt="2026-10-16T11:32:56.061" v="691" actId="1076"/>
          <ac:graphicFrameMkLst>
            <pc:docMk/>
            <pc:sldMk cId="4214231092" sldId="271"/>
            <ac:graphicFrameMk id="8" creationId="{B1793CA8-46DF-BD6D-EA3A-27680A42C492}"/>
          </ac:graphicFrameMkLst>
        </pc:graphicFrameChg>
      </pc:sldChg>
      <pc:sldChg chg="addSp delSp modSp new mod modAnim">
        <pc:chgData name="Ishan Malik" userId="75bbfd951af34ddf" providerId="LiveId" clId="{72EBD0DD-2070-4E6C-9DD9-806D8E44FFC7}" dt="2026-10-18T06:00:46.385" v="1033" actId="113"/>
        <pc:sldMkLst>
          <pc:docMk/>
          <pc:sldMk cId="690752612" sldId="272"/>
        </pc:sldMkLst>
        <pc:spChg chg="mod">
          <ac:chgData name="Ishan Malik" userId="75bbfd951af34ddf" providerId="LiveId" clId="{72EBD0DD-2070-4E6C-9DD9-806D8E44FFC7}" dt="2026-10-18T06:00:46.385" v="1033" actId="113"/>
          <ac:spMkLst>
            <pc:docMk/>
            <pc:sldMk cId="690752612" sldId="272"/>
            <ac:spMk id="2" creationId="{F62ED3B3-F9B4-86AE-6E01-087D9D5EAAD8}"/>
          </ac:spMkLst>
        </pc:spChg>
        <pc:spChg chg="mod">
          <ac:chgData name="Ishan Malik" userId="75bbfd951af34ddf" providerId="LiveId" clId="{72EBD0DD-2070-4E6C-9DD9-806D8E44FFC7}" dt="2026-10-16T11:43:11.448" v="765"/>
          <ac:spMkLst>
            <pc:docMk/>
            <pc:sldMk cId="690752612" sldId="272"/>
            <ac:spMk id="3" creationId="{BAF37C19-5045-058F-6EEE-81D421F7E4E1}"/>
          </ac:spMkLst>
        </pc:spChg>
        <pc:spChg chg="add mod">
          <ac:chgData name="Ishan Malik" userId="75bbfd951af34ddf" providerId="LiveId" clId="{72EBD0DD-2070-4E6C-9DD9-806D8E44FFC7}" dt="2026-10-16T11:49:53.520" v="778" actId="6549"/>
          <ac:spMkLst>
            <pc:docMk/>
            <pc:sldMk cId="690752612" sldId="272"/>
            <ac:spMk id="6" creationId="{1A789292-06D8-CF87-1E23-49493BDA6491}"/>
          </ac:spMkLst>
        </pc:spChg>
        <pc:graphicFrameChg chg="add mod modGraphic">
          <ac:chgData name="Ishan Malik" userId="75bbfd951af34ddf" providerId="LiveId" clId="{72EBD0DD-2070-4E6C-9DD9-806D8E44FFC7}" dt="2026-10-16T11:44:51.494" v="774" actId="14100"/>
          <ac:graphicFrameMkLst>
            <pc:docMk/>
            <pc:sldMk cId="690752612" sldId="272"/>
            <ac:graphicFrameMk id="4" creationId="{C0E26319-E2E7-36AD-3D60-37A809D5F7B7}"/>
          </ac:graphicFrameMkLst>
        </pc:graphicFrameChg>
      </pc:sldChg>
      <pc:sldChg chg="addSp delSp modSp new mod delAnim modAnim">
        <pc:chgData name="Ishan Malik" userId="75bbfd951af34ddf" providerId="LiveId" clId="{72EBD0DD-2070-4E6C-9DD9-806D8E44FFC7}" dt="2026-10-16T11:52:31.112" v="783" actId="12385"/>
        <pc:sldMkLst>
          <pc:docMk/>
          <pc:sldMk cId="1752313700" sldId="273"/>
        </pc:sldMkLst>
        <pc:spChg chg="add mod">
          <ac:chgData name="Ishan Malik" userId="75bbfd951af34ddf" providerId="LiveId" clId="{72EBD0DD-2070-4E6C-9DD9-806D8E44FFC7}" dt="2026-10-16T11:52:20.822" v="782"/>
          <ac:spMkLst>
            <pc:docMk/>
            <pc:sldMk cId="1752313700" sldId="273"/>
            <ac:spMk id="7" creationId="{F198FAF9-E7FF-AFB0-3C84-E34646DEB57B}"/>
          </ac:spMkLst>
        </pc:spChg>
        <pc:spChg chg="add mod">
          <ac:chgData name="Ishan Malik" userId="75bbfd951af34ddf" providerId="LiveId" clId="{72EBD0DD-2070-4E6C-9DD9-806D8E44FFC7}" dt="2026-10-16T11:52:20.822" v="782"/>
          <ac:spMkLst>
            <pc:docMk/>
            <pc:sldMk cId="1752313700" sldId="273"/>
            <ac:spMk id="8" creationId="{7B28F696-99A0-2779-2C8E-96A12642703F}"/>
          </ac:spMkLst>
        </pc:spChg>
        <pc:graphicFrameChg chg="add mod modGraphic">
          <ac:chgData name="Ishan Malik" userId="75bbfd951af34ddf" providerId="LiveId" clId="{72EBD0DD-2070-4E6C-9DD9-806D8E44FFC7}" dt="2026-10-16T11:52:31.112" v="783" actId="12385"/>
          <ac:graphicFrameMkLst>
            <pc:docMk/>
            <pc:sldMk cId="1752313700" sldId="273"/>
            <ac:graphicFrameMk id="9" creationId="{0A2979EF-51BC-47FD-8032-9A74F3C01162}"/>
          </ac:graphicFrameMkLst>
        </pc:graphicFrameChg>
      </pc:sldChg>
      <pc:sldChg chg="addSp delSp modSp new mod modAnim">
        <pc:chgData name="Ishan Malik" userId="75bbfd951af34ddf" providerId="LiveId" clId="{72EBD0DD-2070-4E6C-9DD9-806D8E44FFC7}" dt="2026-10-16T11:53:32.160" v="787" actId="12385"/>
        <pc:sldMkLst>
          <pc:docMk/>
          <pc:sldMk cId="67236008" sldId="274"/>
        </pc:sldMkLst>
        <pc:spChg chg="add mod">
          <ac:chgData name="Ishan Malik" userId="75bbfd951af34ddf" providerId="LiveId" clId="{72EBD0DD-2070-4E6C-9DD9-806D8E44FFC7}" dt="2026-10-16T11:53:12.199" v="786"/>
          <ac:spMkLst>
            <pc:docMk/>
            <pc:sldMk cId="67236008" sldId="274"/>
            <ac:spMk id="4" creationId="{7DC74378-5DC9-08F6-8C60-3A4641BE2D03}"/>
          </ac:spMkLst>
        </pc:spChg>
        <pc:spChg chg="add mod">
          <ac:chgData name="Ishan Malik" userId="75bbfd951af34ddf" providerId="LiveId" clId="{72EBD0DD-2070-4E6C-9DD9-806D8E44FFC7}" dt="2026-10-16T11:53:12.199" v="786"/>
          <ac:spMkLst>
            <pc:docMk/>
            <pc:sldMk cId="67236008" sldId="274"/>
            <ac:spMk id="5" creationId="{6CB58DFE-1DD1-872E-0E4C-EF3FF7187F69}"/>
          </ac:spMkLst>
        </pc:spChg>
        <pc:graphicFrameChg chg="add mod modGraphic">
          <ac:chgData name="Ishan Malik" userId="75bbfd951af34ddf" providerId="LiveId" clId="{72EBD0DD-2070-4E6C-9DD9-806D8E44FFC7}" dt="2026-10-16T11:53:32.160" v="787" actId="12385"/>
          <ac:graphicFrameMkLst>
            <pc:docMk/>
            <pc:sldMk cId="67236008" sldId="274"/>
            <ac:graphicFrameMk id="6" creationId="{2D3F36B1-2582-2D49-2665-D8660280F441}"/>
          </ac:graphicFrameMkLst>
        </pc:graphicFrameChg>
      </pc:sldChg>
      <pc:sldChg chg="addSp delSp modSp new mod modAnim">
        <pc:chgData name="Ishan Malik" userId="75bbfd951af34ddf" providerId="LiveId" clId="{72EBD0DD-2070-4E6C-9DD9-806D8E44FFC7}" dt="2026-10-16T11:54:15.696" v="791" actId="12385"/>
        <pc:sldMkLst>
          <pc:docMk/>
          <pc:sldMk cId="3940422643" sldId="275"/>
        </pc:sldMkLst>
        <pc:spChg chg="add mod">
          <ac:chgData name="Ishan Malik" userId="75bbfd951af34ddf" providerId="LiveId" clId="{72EBD0DD-2070-4E6C-9DD9-806D8E44FFC7}" dt="2026-10-16T11:54:05.336" v="790"/>
          <ac:spMkLst>
            <pc:docMk/>
            <pc:sldMk cId="3940422643" sldId="275"/>
            <ac:spMk id="4" creationId="{623245A4-77A8-850F-1FD8-A4CC8637FBB4}"/>
          </ac:spMkLst>
        </pc:spChg>
        <pc:spChg chg="add mod">
          <ac:chgData name="Ishan Malik" userId="75bbfd951af34ddf" providerId="LiveId" clId="{72EBD0DD-2070-4E6C-9DD9-806D8E44FFC7}" dt="2026-10-16T11:54:05.336" v="790"/>
          <ac:spMkLst>
            <pc:docMk/>
            <pc:sldMk cId="3940422643" sldId="275"/>
            <ac:spMk id="5" creationId="{230C0267-7689-D2EA-3021-71037E33ED86}"/>
          </ac:spMkLst>
        </pc:spChg>
        <pc:graphicFrameChg chg="add mod modGraphic">
          <ac:chgData name="Ishan Malik" userId="75bbfd951af34ddf" providerId="LiveId" clId="{72EBD0DD-2070-4E6C-9DD9-806D8E44FFC7}" dt="2026-10-16T11:54:15.696" v="791" actId="12385"/>
          <ac:graphicFrameMkLst>
            <pc:docMk/>
            <pc:sldMk cId="3940422643" sldId="275"/>
            <ac:graphicFrameMk id="6" creationId="{79AFC3FC-AFA9-36EA-4607-C88ADD36F921}"/>
          </ac:graphicFrameMkLst>
        </pc:graphicFrameChg>
      </pc:sldChg>
      <pc:sldChg chg="add">
        <pc:chgData name="Ishan Malik" userId="75bbfd951af34ddf" providerId="LiveId" clId="{72EBD0DD-2070-4E6C-9DD9-806D8E44FFC7}" dt="2026-10-16T11:54:56.864" v="792"/>
        <pc:sldMkLst>
          <pc:docMk/>
          <pc:sldMk cId="3995226230" sldId="276"/>
        </pc:sldMkLst>
      </pc:sldChg>
      <pc:sldChg chg="add">
        <pc:chgData name="Ishan Malik" userId="75bbfd951af34ddf" providerId="LiveId" clId="{72EBD0DD-2070-4E6C-9DD9-806D8E44FFC7}" dt="2026-10-16T11:54:56.864" v="792"/>
        <pc:sldMkLst>
          <pc:docMk/>
          <pc:sldMk cId="2202625963" sldId="277"/>
        </pc:sldMkLst>
      </pc:sldChg>
      <pc:sldChg chg="add">
        <pc:chgData name="Ishan Malik" userId="75bbfd951af34ddf" providerId="LiveId" clId="{72EBD0DD-2070-4E6C-9DD9-806D8E44FFC7}" dt="2026-10-16T11:54:56.864" v="792"/>
        <pc:sldMkLst>
          <pc:docMk/>
          <pc:sldMk cId="2654771116" sldId="278"/>
        </pc:sldMkLst>
      </pc:sldChg>
      <pc:sldChg chg="modSp new mod addAnim delAnim modAnim">
        <pc:chgData name="Ishan Malik" userId="75bbfd951af34ddf" providerId="LiveId" clId="{72EBD0DD-2070-4E6C-9DD9-806D8E44FFC7}" dt="2026-10-16T12:04:39.296" v="834"/>
        <pc:sldMkLst>
          <pc:docMk/>
          <pc:sldMk cId="2902720412" sldId="279"/>
        </pc:sldMkLst>
        <pc:spChg chg="mod">
          <ac:chgData name="Ishan Malik" userId="75bbfd951af34ddf" providerId="LiveId" clId="{72EBD0DD-2070-4E6C-9DD9-806D8E44FFC7}" dt="2026-10-16T11:59:27.188" v="800"/>
          <ac:spMkLst>
            <pc:docMk/>
            <pc:sldMk cId="2902720412" sldId="279"/>
            <ac:spMk id="2" creationId="{E787F77C-81B8-E21A-0C58-64E2D75392B6}"/>
          </ac:spMkLst>
        </pc:spChg>
        <pc:spChg chg="mod">
          <ac:chgData name="Ishan Malik" userId="75bbfd951af34ddf" providerId="LiveId" clId="{72EBD0DD-2070-4E6C-9DD9-806D8E44FFC7}" dt="2026-10-16T12:03:50.431" v="825"/>
          <ac:spMkLst>
            <pc:docMk/>
            <pc:sldMk cId="2902720412" sldId="279"/>
            <ac:spMk id="3" creationId="{C5F42808-D605-4C4F-1D5A-102759A3330A}"/>
          </ac:spMkLst>
        </pc:spChg>
      </pc:sldChg>
      <pc:sldChg chg="addSp delSp modSp new mod">
        <pc:chgData name="Ishan Malik" userId="75bbfd951af34ddf" providerId="LiveId" clId="{72EBD0DD-2070-4E6C-9DD9-806D8E44FFC7}" dt="2026-10-16T12:10:23.189" v="847" actId="22"/>
        <pc:sldMkLst>
          <pc:docMk/>
          <pc:sldMk cId="1578791227" sldId="280"/>
        </pc:sldMkLst>
        <pc:picChg chg="add">
          <ac:chgData name="Ishan Malik" userId="75bbfd951af34ddf" providerId="LiveId" clId="{72EBD0DD-2070-4E6C-9DD9-806D8E44FFC7}" dt="2026-10-16T12:10:23.189" v="847" actId="22"/>
          <ac:picMkLst>
            <pc:docMk/>
            <pc:sldMk cId="1578791227" sldId="280"/>
            <ac:picMk id="11" creationId="{CEE25D99-E561-77E1-7108-D5292D2277EE}"/>
          </ac:picMkLst>
        </pc:picChg>
      </pc:sldChg>
      <pc:sldChg chg="addSp delSp modSp new mod modClrScheme chgLayout">
        <pc:chgData name="Ishan Malik" userId="75bbfd951af34ddf" providerId="LiveId" clId="{72EBD0DD-2070-4E6C-9DD9-806D8E44FFC7}" dt="2026-10-16T12:39:11.933" v="1031" actId="20577"/>
        <pc:sldMkLst>
          <pc:docMk/>
          <pc:sldMk cId="701013432" sldId="281"/>
        </pc:sldMkLst>
        <pc:spChg chg="add mod ord">
          <ac:chgData name="Ishan Malik" userId="75bbfd951af34ddf" providerId="LiveId" clId="{72EBD0DD-2070-4E6C-9DD9-806D8E44FFC7}" dt="2026-10-16T12:39:07.854" v="1024" actId="20577"/>
          <ac:spMkLst>
            <pc:docMk/>
            <pc:sldMk cId="701013432" sldId="281"/>
            <ac:spMk id="4" creationId="{56E6698C-308C-3EBE-9BA4-B6B425894670}"/>
          </ac:spMkLst>
        </pc:spChg>
        <pc:spChg chg="add mod ord">
          <ac:chgData name="Ishan Malik" userId="75bbfd951af34ddf" providerId="LiveId" clId="{72EBD0DD-2070-4E6C-9DD9-806D8E44FFC7}" dt="2026-10-16T12:39:11.933" v="1031" actId="20577"/>
          <ac:spMkLst>
            <pc:docMk/>
            <pc:sldMk cId="701013432" sldId="281"/>
            <ac:spMk id="5" creationId="{D651E0C5-B9CE-51B7-97B9-0376B021DFEF}"/>
          </ac:spMkLst>
        </pc:spChg>
      </pc:sldChg>
      <pc:sldChg chg="modSp add mod ord modAnim">
        <pc:chgData name="Ishan Malik" userId="75bbfd951af34ddf" providerId="LiveId" clId="{72EBD0DD-2070-4E6C-9DD9-806D8E44FFC7}" dt="2026-10-16T12:32:34.646" v="899" actId="5793"/>
        <pc:sldMkLst>
          <pc:docMk/>
          <pc:sldMk cId="2760807178" sldId="282"/>
        </pc:sldMkLst>
        <pc:spChg chg="mod">
          <ac:chgData name="Ishan Malik" userId="75bbfd951af34ddf" providerId="LiveId" clId="{72EBD0DD-2070-4E6C-9DD9-806D8E44FFC7}" dt="2026-10-16T12:32:34.646" v="899" actId="5793"/>
          <ac:spMkLst>
            <pc:docMk/>
            <pc:sldMk cId="2760807178" sldId="282"/>
            <ac:spMk id="7" creationId="{EF70DD05-BB78-6DE6-E3C1-50420AF6E7CA}"/>
          </ac:spMkLst>
        </pc:spChg>
      </pc:sldChg>
      <pc:sldChg chg="modSp add mod modAnim">
        <pc:chgData name="Ishan Malik" userId="75bbfd951af34ddf" providerId="LiveId" clId="{72EBD0DD-2070-4E6C-9DD9-806D8E44FFC7}" dt="2026-10-16T12:35:54.472" v="976" actId="20577"/>
        <pc:sldMkLst>
          <pc:docMk/>
          <pc:sldMk cId="2499653622" sldId="283"/>
        </pc:sldMkLst>
        <pc:spChg chg="mod">
          <ac:chgData name="Ishan Malik" userId="75bbfd951af34ddf" providerId="LiveId" clId="{72EBD0DD-2070-4E6C-9DD9-806D8E44FFC7}" dt="2026-10-16T12:35:54.472" v="976" actId="20577"/>
          <ac:spMkLst>
            <pc:docMk/>
            <pc:sldMk cId="2499653622" sldId="283"/>
            <ac:spMk id="7" creationId="{98716BF6-807D-9169-4485-7D96C1DE2F5E}"/>
          </ac:spMkLst>
        </pc:spChg>
      </pc:sldChg>
      <pc:sldChg chg="modSp add mod modAnim">
        <pc:chgData name="Ishan Malik" userId="75bbfd951af34ddf" providerId="LiveId" clId="{72EBD0DD-2070-4E6C-9DD9-806D8E44FFC7}" dt="2026-10-16T12:38:51.858" v="1020" actId="20577"/>
        <pc:sldMkLst>
          <pc:docMk/>
          <pc:sldMk cId="834533051" sldId="284"/>
        </pc:sldMkLst>
        <pc:spChg chg="mod">
          <ac:chgData name="Ishan Malik" userId="75bbfd951af34ddf" providerId="LiveId" clId="{72EBD0DD-2070-4E6C-9DD9-806D8E44FFC7}" dt="2026-10-16T12:38:51.858" v="1020" actId="20577"/>
          <ac:spMkLst>
            <pc:docMk/>
            <pc:sldMk cId="834533051" sldId="284"/>
            <ac:spMk id="7" creationId="{412BFBDB-9302-B879-049A-24882391314C}"/>
          </ac:spMkLst>
        </pc:spChg>
      </pc:sldChg>
      <pc:sldMasterChg chg="setBg modSldLayout">
        <pc:chgData name="Ishan Malik" userId="75bbfd951af34ddf" providerId="LiveId" clId="{72EBD0DD-2070-4E6C-9DD9-806D8E44FFC7}" dt="2026-10-14T10:20:21.400" v="599"/>
        <pc:sldMasterMkLst>
          <pc:docMk/>
          <pc:sldMasterMk cId="2391897416" sldId="2147483734"/>
        </pc:sldMasterMkLst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1528853156" sldId="2147483735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3783954484" sldId="2147483736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2470398456" sldId="2147483737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3476949328" sldId="2147483738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1026524870" sldId="2147483739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2512930578" sldId="2147483740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4005297906" sldId="2147483741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1917291925" sldId="2147483742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2149615843" sldId="2147483743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3104170515" sldId="2147483744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3268131318" sldId="2147483745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53DD2-7816-F6FC-3C18-F52F52589D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B270EB-C8DB-9B4F-1DBA-5925160F4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65586-17EC-3BE2-F404-19EE1ACE8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9BF2F-F86F-CFCF-696E-433E85BA4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058CE9-585A-55AB-FFFE-F965C739D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853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DE2F-F42D-C29A-DCA6-98E264089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9BD66-84CF-1AA6-E91F-01BA376C6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62F830-F2BC-7114-38F9-5BA5C1CEC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57E21-96E6-F566-362A-E468261BE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B0A26-5957-ACAF-9D2E-FB9D1C09C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954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94ACD-3626-A3BA-621F-B6DDCA23F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DA2707-8FA4-F332-0E2B-68CD9DFF3B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127F2A-E65C-7C45-845C-5394BA702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90ADB-E9EC-7F92-F443-732E22411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B0EB9-1D31-B55C-F812-733B93583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398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90825-AC13-8B04-7D7C-FAEDA8792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173E9-37FD-C274-998A-797758828B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98CDA3-7D40-2F1A-D77D-9B134C51AD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DE023-1A9B-6B75-DC61-A0B32A646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D6E24C-F943-F6E3-2872-764186392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304FC1-1347-D23E-1B86-B2B226DD9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949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293B0-9BE8-E535-29E7-DE2D6A7AC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D393C5-4129-3376-AEA9-02DE3B6FF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F083DE-999D-2A34-E30E-666AE1912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5B64F1-C5E9-DAD9-90FD-4756B96E6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78630-FA36-97C5-30E3-BAD0F51C93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ABCFC5-274D-068E-521D-07560C519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FC5BB4-AE16-0498-2D6B-0949A019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752246-6E74-C8F8-3FAE-33D0F68A8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5248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ED2BC-F397-98CD-BA79-1D176A06D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F2046D-E2D7-A192-FD3B-CE046F7AB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1DB50D-E531-B2BF-CB4A-734C6E80C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99491D-E0A2-B43F-511D-C7B4A9F14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930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8C1665-DC68-D1B4-C21B-3004C7FF9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23FF50-F088-7257-D60D-305692845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191CE-AA7B-4295-AE4D-E43C18FD3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297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EF5B1-8597-61AB-E76B-CC71B0B68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357C3-6A16-3842-F7CF-42D4D7961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00AC4E-9ED5-FAFA-7865-C5C4300AD6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7D588-B438-C2AB-3B07-03D59643C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836AC4-53F8-0DB7-51C1-5D77732A2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154739-9F1E-D7C9-1977-266B08CA2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2919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EA2EC-F4C3-7D7C-D1E7-15B4BF6E1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5AAB95-F84C-BEE8-2409-1A96850F1E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9DC4C6-3F7C-19A0-A4EF-DC56E9EBDA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43F03-AD3C-BE94-406F-A27847FD7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1A0DF6-26B2-C2E3-CE13-6CA9067EC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1A1395-EAC9-3A4A-D40F-4A52A0EFB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615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053A7-6633-5D52-9DF2-436A10D6A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6B8013-B2EC-823E-0150-C1D5156662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ADF45-EE13-7F7D-28C5-7EEE48B60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293ED-A544-C2CA-E46C-D879694D5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307A3-4C8A-3502-488F-1A8E99F12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170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6A5350-F128-9DE0-5458-C7D6EEF531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BE8A7B-449E-E1FA-8366-10607D8085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3AC17-0A84-1B31-82FD-C7082A78E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EB4CFF-E0D7-394F-9B35-1B6DAD627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58F16-A8AE-60CA-325D-CB94B84DB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131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512005-0CD1-5DBC-00ED-825BF5841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448312-0DD2-9F75-7432-7777ACDFD8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E55CF5-D5CD-E0BD-7614-D2D359F4CE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A337D0-0CC8-4BBF-AA82-34B4F69696D9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803CF-5C72-0A74-12D1-4B21642D51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438A3-F345-695C-75C7-DE890850D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89741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A0EEF-DD89-DC64-D8DD-D71BC18C12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706239-3D08-7827-C9F5-6B5D595662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Ishaan Malik</a:t>
            </a:r>
          </a:p>
        </p:txBody>
      </p:sp>
    </p:spTree>
    <p:extLst>
      <p:ext uri="{BB962C8B-B14F-4D97-AF65-F5344CB8AC3E}">
        <p14:creationId xmlns:p14="http://schemas.microsoft.com/office/powerpoint/2010/main" val="750024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CCC45E3-ABA0-CC10-F7A2-87B3C4666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694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1AFEF-1327-45A0-B171-A6B675393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API = Application Programming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C679A-45D8-6877-CB84-D2FBD71945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API stands for Application Programming Interface, which is a set of rules and protocols that lets different software applications communicate with each other.</a:t>
            </a:r>
          </a:p>
          <a:p>
            <a:r>
              <a:rPr lang="en-US" dirty="0"/>
              <a:t>In simple terms, it is a defined way for one software program to ask another software program for information (data) or tell it to do something (create, update or delete).</a:t>
            </a:r>
          </a:p>
        </p:txBody>
      </p:sp>
    </p:spTree>
    <p:extLst>
      <p:ext uri="{BB962C8B-B14F-4D97-AF65-F5344CB8AC3E}">
        <p14:creationId xmlns:p14="http://schemas.microsoft.com/office/powerpoint/2010/main" val="3328909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2856B-8B0F-6C1F-0473-1DD41C089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and Disadvantages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A2B125-9ABC-941F-A1BA-9D78317DE2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1788318"/>
              </p:ext>
            </p:extLst>
          </p:nvPr>
        </p:nvGraphicFramePr>
        <p:xfrm>
          <a:off x="838200" y="1825625"/>
          <a:ext cx="10515600" cy="29311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93350702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088129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Advantages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Disadvantages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9761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Connects completely different systems seamlessly (e.g., a phone app talking to a database).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Automates manual tasks by letting computers update and sync data instantly.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Saves development time by letting you plug into existing services (like Google Maps).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Cuts costs by sharing resources across web, mobile, and desktop apps.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Completely reliant on internet connectivity to function.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Requires ongoing maintenance as software and features change.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Introduces security risks if the connection point is not heavily protected.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Can become expensive if you rely heavily on paid third-party APIs.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46954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988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766E335-1D87-A0D1-7658-860793B93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EB4DFA-B50F-7DEE-41DF-3456176CE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161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0F1D4-0182-6580-449B-8C1F295D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E17041-7047-30BF-C61B-DAEE9A073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is the structural blueprint and set of rules that defines how an API is designed, built, and operated. </a:t>
            </a:r>
          </a:p>
          <a:p>
            <a:r>
              <a:rPr lang="en-US" dirty="0"/>
              <a:t>It establishes how different software applications interact, what protocols they use, how data is formatted, and how security and performance are maintained across components.</a:t>
            </a:r>
          </a:p>
        </p:txBody>
      </p:sp>
    </p:spTree>
    <p:extLst>
      <p:ext uri="{BB962C8B-B14F-4D97-AF65-F5344CB8AC3E}">
        <p14:creationId xmlns:p14="http://schemas.microsoft.com/office/powerpoint/2010/main" val="1589194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CEDE5-CCFA-B9C1-1F6B-A049F25D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Layers of API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D8041-8A96-A339-E5B5-17FC2D851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b="1" dirty="0"/>
              <a:t>Interaction Layer:</a:t>
            </a:r>
            <a:r>
              <a:rPr lang="en-US" dirty="0"/>
              <a:t> The outward-facing boundary where consumer apps (web, mobile, third-party clients) connect to endpoints.</a:t>
            </a:r>
          </a:p>
          <a:p>
            <a:pPr lvl="0"/>
            <a:r>
              <a:rPr lang="en-US" b="1" dirty="0"/>
              <a:t>Application (or Orchestration) Layer:</a:t>
            </a:r>
            <a:r>
              <a:rPr lang="en-US" dirty="0"/>
              <a:t> Houses the business logic, API gateways, routing mechanisms, and access control/rate-limiting protocols.</a:t>
            </a:r>
          </a:p>
          <a:p>
            <a:pPr lvl="0"/>
            <a:r>
              <a:rPr lang="en-US" b="1" dirty="0"/>
              <a:t>Integration Layer:</a:t>
            </a:r>
            <a:r>
              <a:rPr lang="en-US" dirty="0"/>
              <a:t> Connects the API rules to internal backend microservices, functions, and enterprise components.</a:t>
            </a:r>
          </a:p>
          <a:p>
            <a:pPr lvl="0"/>
            <a:r>
              <a:rPr lang="en-US" b="1" dirty="0"/>
              <a:t>Data Layer:</a:t>
            </a:r>
            <a:r>
              <a:rPr lang="en-US" dirty="0"/>
              <a:t> Manages underlying databases, caches, and storage systems to retrieve and save information securely.</a:t>
            </a:r>
          </a:p>
        </p:txBody>
      </p:sp>
    </p:spTree>
    <p:extLst>
      <p:ext uri="{BB962C8B-B14F-4D97-AF65-F5344CB8AC3E}">
        <p14:creationId xmlns:p14="http://schemas.microsoft.com/office/powerpoint/2010/main" val="206844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C6D2309-18F3-D24C-DC63-6BB3474E1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7C57476-2C83-11E7-0AB4-4AB04453D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1204"/>
            <a:ext cx="12226634" cy="667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997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656118B-637E-6ACD-BD5D-A75D7E4BF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D634F8-A89A-34D4-377B-65725F224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934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EB9F-3387-A229-0C44-C45B8E590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F1D1C-4E38-1345-0562-E35247E97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Which statement best describes an API contract?</a:t>
            </a:r>
          </a:p>
          <a:p>
            <a:pPr marL="0" indent="0">
              <a:buNone/>
            </a:pPr>
            <a:endParaRPr lang="en-US" b="1" dirty="0"/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A database backup file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An agreement describing how software communicates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A Docker image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A UI color guide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Answer: B</a:t>
            </a:r>
          </a:p>
        </p:txBody>
      </p:sp>
    </p:spTree>
    <p:extLst>
      <p:ext uri="{BB962C8B-B14F-4D97-AF65-F5344CB8AC3E}">
        <p14:creationId xmlns:p14="http://schemas.microsoft.com/office/powerpoint/2010/main" val="1456556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4EA7ED2-E744-D018-E34E-B99C0DE7E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BB9-8535-8290-3638-470F998BE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9A149-F2AD-55B8-02B4-CAE9F294C2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Who can be a consumer of an API?</a:t>
            </a:r>
          </a:p>
          <a:p>
            <a:pPr marL="0" indent="0">
              <a:buNone/>
            </a:pPr>
            <a:endParaRPr lang="en-US" b="1" dirty="0"/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Only browsers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Only mobile apps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Web apps, mobile apps, services and partners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Only SQL Server</a:t>
            </a:r>
          </a:p>
          <a:p>
            <a:pPr marL="514350" indent="-514350">
              <a:buFont typeface="+mj-lt"/>
              <a:buAutoNum type="alphaUcPeriod"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Answer: C</a:t>
            </a:r>
          </a:p>
        </p:txBody>
      </p:sp>
    </p:spTree>
    <p:extLst>
      <p:ext uri="{BB962C8B-B14F-4D97-AF65-F5344CB8AC3E}">
        <p14:creationId xmlns:p14="http://schemas.microsoft.com/office/powerpoint/2010/main" val="4145122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B292054-16AD-74D3-E674-425DF3261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DCDD7-A3F0-06D4-6F1F-911B43CC4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E7F1A-CD10-DA6A-9EF8-E6F547EAD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Which API type is usually limited to approved external organizations?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A. Internal</a:t>
            </a:r>
          </a:p>
          <a:p>
            <a:pPr marL="0" indent="0">
              <a:buNone/>
            </a:pPr>
            <a:r>
              <a:rPr lang="en-US" dirty="0"/>
              <a:t>B. Partner</a:t>
            </a:r>
          </a:p>
          <a:p>
            <a:pPr marL="0" indent="0">
              <a:buNone/>
            </a:pPr>
            <a:r>
              <a:rPr lang="en-US" dirty="0"/>
              <a:t>C. Public</a:t>
            </a:r>
          </a:p>
          <a:p>
            <a:pPr marL="0" indent="0">
              <a:buNone/>
            </a:pPr>
            <a:r>
              <a:rPr lang="en-US" dirty="0"/>
              <a:t>D. Localhost</a:t>
            </a:r>
          </a:p>
          <a:p>
            <a:pPr marL="514350" indent="-514350">
              <a:buFont typeface="+mj-lt"/>
              <a:buAutoNum type="alphaUcPeriod"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Answer: B</a:t>
            </a:r>
          </a:p>
        </p:txBody>
      </p:sp>
    </p:spTree>
    <p:extLst>
      <p:ext uri="{BB962C8B-B14F-4D97-AF65-F5344CB8AC3E}">
        <p14:creationId xmlns:p14="http://schemas.microsoft.com/office/powerpoint/2010/main" val="274447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4CD31-6AED-2209-D610-E13AB7A61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HTTP?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6D178-A55D-C898-FCEA-4E41D7E16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is the communication mechanism used by browsers, apps, and APIs on the web. </a:t>
            </a:r>
          </a:p>
          <a:p>
            <a:r>
              <a:rPr lang="en-US" dirty="0"/>
              <a:t>Representational State Transfer (REST) is an architectural style commonly used with HTTP.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REST APIs are built on top of HTTP.</a:t>
            </a:r>
          </a:p>
          <a:p>
            <a:r>
              <a:rPr lang="en-US" dirty="0"/>
              <a:t>It tells us how requests are sent and how responses are returned.</a:t>
            </a:r>
          </a:p>
        </p:txBody>
      </p:sp>
    </p:spTree>
    <p:extLst>
      <p:ext uri="{BB962C8B-B14F-4D97-AF65-F5344CB8AC3E}">
        <p14:creationId xmlns:p14="http://schemas.microsoft.com/office/powerpoint/2010/main" val="2143664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2CBEA-2ED9-C6AB-935C-6D62F688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0D840-127D-3269-45E9-6E7671FEA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request has four parts. Think of a courier parcel.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1793CA8-46DF-BD6D-EA3A-27680A42C4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8676010"/>
              </p:ext>
            </p:extLst>
          </p:nvPr>
        </p:nvGraphicFramePr>
        <p:xfrm>
          <a:off x="838200" y="2480042"/>
          <a:ext cx="6160008" cy="3078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53336">
                  <a:extLst>
                    <a:ext uri="{9D8B030D-6E8A-4147-A177-3AD203B41FA5}">
                      <a16:colId xmlns:a16="http://schemas.microsoft.com/office/drawing/2014/main" val="405268451"/>
                    </a:ext>
                  </a:extLst>
                </a:gridCol>
                <a:gridCol w="2053336">
                  <a:extLst>
                    <a:ext uri="{9D8B030D-6E8A-4147-A177-3AD203B41FA5}">
                      <a16:colId xmlns:a16="http://schemas.microsoft.com/office/drawing/2014/main" val="1410666913"/>
                    </a:ext>
                  </a:extLst>
                </a:gridCol>
                <a:gridCol w="2053336">
                  <a:extLst>
                    <a:ext uri="{9D8B030D-6E8A-4147-A177-3AD203B41FA5}">
                      <a16:colId xmlns:a16="http://schemas.microsoft.com/office/drawing/2014/main" val="5250702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effectLst/>
                        </a:rPr>
                        <a:t>Part</a:t>
                      </a:r>
                      <a:endParaRPr lang="en-US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Meaning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Example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5870360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Method</a:t>
                      </a:r>
                      <a:endParaRPr lang="en-US" sz="16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Action client wants to perform</a:t>
                      </a:r>
                      <a:endParaRPr lang="en-US" sz="16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GET, POST, PUT, DELETE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2182707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URL</a:t>
                      </a:r>
                      <a:endParaRPr lang="en-US" sz="16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API address to call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/api/students/1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128697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Headers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Extra request information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Content-Type: application/json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3904429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Body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Data sent to API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JSON for a new student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3293620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Query string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Optional filtering/search data</a:t>
                      </a:r>
                      <a:endParaRPr lang="en-US" sz="16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?name=</a:t>
                      </a:r>
                      <a:r>
                        <a:rPr lang="en-US" sz="1600" dirty="0" err="1">
                          <a:effectLst/>
                        </a:rPr>
                        <a:t>ishan</a:t>
                      </a:r>
                      <a:endParaRPr lang="en-US" sz="16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146592357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380734E-1FA0-2743-F02F-68248FD64ABC}"/>
              </a:ext>
            </a:extLst>
          </p:cNvPr>
          <p:cNvSpPr txBox="1"/>
          <p:nvPr/>
        </p:nvSpPr>
        <p:spPr>
          <a:xfrm>
            <a:off x="7107174" y="2491204"/>
            <a:ext cx="4246626" cy="313932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E.g.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POST https://localhost:5001/api/students</a:t>
            </a:r>
          </a:p>
          <a:p>
            <a:r>
              <a:rPr lang="en-US" dirty="0"/>
              <a:t>Content-Type: application/</a:t>
            </a:r>
            <a:r>
              <a:rPr lang="en-US" dirty="0" err="1"/>
              <a:t>json</a:t>
            </a:r>
            <a:endParaRPr lang="en-US" dirty="0"/>
          </a:p>
          <a:p>
            <a:r>
              <a:rPr lang="en-US" dirty="0"/>
              <a:t>Accept: application/</a:t>
            </a:r>
            <a:r>
              <a:rPr lang="en-US" dirty="0" err="1"/>
              <a:t>json</a:t>
            </a:r>
            <a:endParaRPr lang="en-US" dirty="0"/>
          </a:p>
          <a:p>
            <a:endParaRPr lang="en-US" dirty="0"/>
          </a:p>
          <a:p>
            <a:r>
              <a:rPr lang="en-US" dirty="0"/>
              <a:t>{</a:t>
            </a:r>
          </a:p>
          <a:p>
            <a:r>
              <a:rPr lang="en-US" dirty="0"/>
              <a:t>  "name": "Amit",</a:t>
            </a:r>
          </a:p>
          <a:p>
            <a:r>
              <a:rPr lang="en-US" dirty="0"/>
              <a:t>  "email": "amit@test.com"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14231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ED3B3-F9B4-86AE-6E01-087D9D5EA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F37C19-5045-058F-6EEE-81D421F7E4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After the API receives and processes a request, it sends an HTTP response.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E26319-E2E7-36AD-3D60-37A809D5F7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742668"/>
              </p:ext>
            </p:extLst>
          </p:nvPr>
        </p:nvGraphicFramePr>
        <p:xfrm>
          <a:off x="838200" y="2892838"/>
          <a:ext cx="6147816" cy="224609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49272">
                  <a:extLst>
                    <a:ext uri="{9D8B030D-6E8A-4147-A177-3AD203B41FA5}">
                      <a16:colId xmlns:a16="http://schemas.microsoft.com/office/drawing/2014/main" val="4058140615"/>
                    </a:ext>
                  </a:extLst>
                </a:gridCol>
                <a:gridCol w="2049272">
                  <a:extLst>
                    <a:ext uri="{9D8B030D-6E8A-4147-A177-3AD203B41FA5}">
                      <a16:colId xmlns:a16="http://schemas.microsoft.com/office/drawing/2014/main" val="670461203"/>
                    </a:ext>
                  </a:extLst>
                </a:gridCol>
                <a:gridCol w="2049272">
                  <a:extLst>
                    <a:ext uri="{9D8B030D-6E8A-4147-A177-3AD203B41FA5}">
                      <a16:colId xmlns:a16="http://schemas.microsoft.com/office/drawing/2014/main" val="3152595365"/>
                    </a:ext>
                  </a:extLst>
                </a:gridCol>
              </a:tblGrid>
              <a:tr h="44441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effectLst/>
                        </a:rPr>
                        <a:t>Part</a:t>
                      </a:r>
                      <a:endParaRPr lang="en-US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effectLst/>
                        </a:rPr>
                        <a:t>Meaning</a:t>
                      </a:r>
                      <a:endParaRPr lang="en-US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effectLst/>
                        </a:rPr>
                        <a:t>Example</a:t>
                      </a:r>
                      <a:endParaRPr lang="en-US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4234638961"/>
                  </a:ext>
                </a:extLst>
              </a:tr>
              <a:tr h="40838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Status code</a:t>
                      </a:r>
                      <a:endParaRPr lang="en-US" sz="16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Result of request</a:t>
                      </a:r>
                      <a:endParaRPr lang="en-US" sz="16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200, 201, 404</a:t>
                      </a:r>
                      <a:endParaRPr lang="en-US" sz="16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1188802648"/>
                  </a:ext>
                </a:extLst>
              </a:tr>
              <a:tr h="6966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Response headers</a:t>
                      </a:r>
                      <a:endParaRPr lang="en-US" sz="16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Extra response information</a:t>
                      </a:r>
                      <a:endParaRPr lang="en-US" sz="16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Content-Type, Location</a:t>
                      </a:r>
                      <a:endParaRPr lang="en-US" sz="16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3064683885"/>
                  </a:ext>
                </a:extLst>
              </a:tr>
              <a:tr h="6966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Response body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>
                          <a:effectLst/>
                        </a:rPr>
                        <a:t>Returned data/error details</a:t>
                      </a:r>
                      <a:endParaRPr lang="en-US" sz="16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600" dirty="0">
                          <a:effectLst/>
                        </a:rPr>
                        <a:t>JSON object/array</a:t>
                      </a:r>
                      <a:endParaRPr lang="en-US" sz="16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0800" marR="50800" marT="50800" marB="50800" anchor="ctr"/>
                </a:tc>
                <a:extLst>
                  <a:ext uri="{0D108BD9-81ED-4DB2-BD59-A6C34878D82A}">
                    <a16:rowId xmlns:a16="http://schemas.microsoft.com/office/drawing/2014/main" val="275497592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1A789292-06D8-CF87-1E23-49493BDA6491}"/>
              </a:ext>
            </a:extLst>
          </p:cNvPr>
          <p:cNvSpPr/>
          <p:nvPr/>
        </p:nvSpPr>
        <p:spPr>
          <a:xfrm>
            <a:off x="7665720" y="2757901"/>
            <a:ext cx="3300984" cy="268500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/>
              <a:t>HTTP/1.1 200 OK</a:t>
            </a:r>
          </a:p>
          <a:p>
            <a:r>
              <a:rPr lang="en-US" dirty="0"/>
              <a:t>Content-Type: application/</a:t>
            </a:r>
            <a:r>
              <a:rPr lang="en-US" dirty="0" err="1"/>
              <a:t>json</a:t>
            </a:r>
            <a:endParaRPr lang="en-US" dirty="0"/>
          </a:p>
          <a:p>
            <a:endParaRPr lang="en-US" dirty="0"/>
          </a:p>
          <a:p>
            <a:r>
              <a:rPr lang="en-US" dirty="0"/>
              <a:t>{</a:t>
            </a:r>
          </a:p>
          <a:p>
            <a:r>
              <a:rPr lang="en-US" dirty="0"/>
              <a:t>  "id": 1,</a:t>
            </a:r>
          </a:p>
          <a:p>
            <a:r>
              <a:rPr lang="en-US" dirty="0"/>
              <a:t>  "name": "Amit",</a:t>
            </a:r>
          </a:p>
          <a:p>
            <a:r>
              <a:rPr lang="en-US" dirty="0"/>
              <a:t>  "email": "amit@test.com"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90752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F198FAF9-E7FF-AFB0-3C84-E34646DEB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HTTP Methods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B28F696-99A0-2779-2C8E-96A1264270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HTTP methods tell the API what action wants to perform.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A2979EF-51BC-47FD-8032-9A74F3C011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603382"/>
              </p:ext>
            </p:extLst>
          </p:nvPr>
        </p:nvGraphicFramePr>
        <p:xfrm>
          <a:off x="998728" y="2603330"/>
          <a:ext cx="10175240" cy="3032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192">
                  <a:extLst>
                    <a:ext uri="{9D8B030D-6E8A-4147-A177-3AD203B41FA5}">
                      <a16:colId xmlns:a16="http://schemas.microsoft.com/office/drawing/2014/main" val="307725815"/>
                    </a:ext>
                  </a:extLst>
                </a:gridCol>
                <a:gridCol w="3297428">
                  <a:extLst>
                    <a:ext uri="{9D8B030D-6E8A-4147-A177-3AD203B41FA5}">
                      <a16:colId xmlns:a16="http://schemas.microsoft.com/office/drawing/2014/main" val="1160933585"/>
                    </a:ext>
                  </a:extLst>
                </a:gridCol>
                <a:gridCol w="2134108">
                  <a:extLst>
                    <a:ext uri="{9D8B030D-6E8A-4147-A177-3AD203B41FA5}">
                      <a16:colId xmlns:a16="http://schemas.microsoft.com/office/drawing/2014/main" val="2290384949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14484260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What It Does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Request Body?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Response Code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952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</a:rPr>
                        <a:t>GET</a:t>
                      </a:r>
                      <a:endParaRPr lang="en-US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b="1" dirty="0">
                          <a:effectLst/>
                        </a:rPr>
                        <a:t>Read</a:t>
                      </a:r>
                      <a:r>
                        <a:rPr lang="en-US" dirty="0">
                          <a:effectLst/>
                        </a:rPr>
                        <a:t> data</a:t>
                      </a:r>
                      <a:endParaRPr lang="en-US" dirty="0">
                        <a:effectLst/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dirty="0">
                          <a:effectLst/>
                        </a:rPr>
                        <a:t>No</a:t>
                      </a:r>
                      <a:endParaRPr lang="en-US" dirty="0">
                        <a:effectLst/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dirty="0">
                          <a:effectLst/>
                        </a:rPr>
                        <a:t>200 OK or 404 Not Found</a:t>
                      </a:r>
                      <a:endParaRPr lang="en-US" dirty="0">
                        <a:effectLst/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7915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effectLst/>
                        </a:rPr>
                        <a:t>POST</a:t>
                      </a:r>
                      <a:endParaRPr lang="en-US" dirty="0">
                        <a:effectLst/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b="1" dirty="0">
                          <a:effectLst/>
                        </a:rPr>
                        <a:t>Create</a:t>
                      </a:r>
                      <a:r>
                        <a:rPr lang="en-US" dirty="0">
                          <a:effectLst/>
                        </a:rPr>
                        <a:t> a brand-new resource.</a:t>
                      </a:r>
                      <a:endParaRPr lang="en-US" dirty="0">
                        <a:effectLst/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dirty="0">
                          <a:effectLst/>
                        </a:rPr>
                        <a:t>Yes</a:t>
                      </a:r>
                      <a:endParaRPr lang="en-US" dirty="0">
                        <a:effectLst/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dirty="0">
                          <a:effectLst/>
                        </a:rPr>
                        <a:t>201 Created</a:t>
                      </a:r>
                      <a:endParaRPr lang="en-US" dirty="0">
                        <a:effectLst/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53647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</a:rPr>
                        <a:t>PUT</a:t>
                      </a:r>
                      <a:endParaRPr lang="en-US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Replace</a:t>
                      </a:r>
                      <a:r>
                        <a:rPr lang="en-US" dirty="0"/>
                        <a:t> the entire existing resource.</a:t>
                      </a:r>
                      <a:endParaRPr lang="en-US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  <a:endParaRPr lang="en-US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chemeClr val="dk1"/>
                          </a:solidFill>
                        </a:rPr>
                        <a:t>200 OK</a:t>
                      </a:r>
                      <a:r>
                        <a:rPr lang="en-US" dirty="0"/>
                        <a:t> or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</a:rPr>
                        <a:t>204 No Content</a:t>
                      </a:r>
                      <a:endParaRPr lang="en-US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64307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</a:rPr>
                        <a:t>PATCH</a:t>
                      </a:r>
                      <a:endParaRPr lang="en-US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Partially update</a:t>
                      </a:r>
                      <a:r>
                        <a:rPr lang="en-US" dirty="0"/>
                        <a:t> specific fields of a resource.</a:t>
                      </a:r>
                      <a:endParaRPr lang="en-US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  <a:endParaRPr lang="en-US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chemeClr val="dk1"/>
                          </a:solidFill>
                        </a:rPr>
                        <a:t>200 OK</a:t>
                      </a:r>
                      <a:r>
                        <a:rPr lang="en-US" dirty="0"/>
                        <a:t> or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</a:rPr>
                        <a:t>204 No Content</a:t>
                      </a:r>
                      <a:endParaRPr lang="en-US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0572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effectLst/>
                        </a:rPr>
                        <a:t>DELETE</a:t>
                      </a:r>
                      <a:endParaRPr lang="en-US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Remove</a:t>
                      </a:r>
                      <a:r>
                        <a:rPr lang="en-US" dirty="0"/>
                        <a:t> a resource.</a:t>
                      </a:r>
                      <a:endParaRPr lang="en-US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  <a:endParaRPr lang="en-US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chemeClr val="dk1"/>
                          </a:solidFill>
                        </a:rPr>
                        <a:t>204 No Content</a:t>
                      </a:r>
                      <a:r>
                        <a:rPr lang="en-US" dirty="0"/>
                        <a:t> or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</a:rPr>
                        <a:t>404 Not Found</a:t>
                      </a:r>
                      <a:endParaRPr lang="en-US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6476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313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DC74378-5DC9-08F6-8C60-3A4641BE2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HTTP Status Codes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CB58DFE-1DD1-872E-0E4C-EF3FF7187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sz="2400" dirty="0"/>
              <a:t>HTTP status codes tell the client what happened after the API processed the request.</a:t>
            </a:r>
          </a:p>
          <a:p>
            <a:r>
              <a:rPr lang="en-US" sz="2400" dirty="0"/>
              <a:t>They are 3-digit standardized numbers the server sends back so the client knows what happened.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D3F36B1-2582-2D49-2665-D8660280F4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696316"/>
              </p:ext>
            </p:extLst>
          </p:nvPr>
        </p:nvGraphicFramePr>
        <p:xfrm>
          <a:off x="838199" y="3410521"/>
          <a:ext cx="10515601" cy="295624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619">
                  <a:extLst>
                    <a:ext uri="{9D8B030D-6E8A-4147-A177-3AD203B41FA5}">
                      <a16:colId xmlns:a16="http://schemas.microsoft.com/office/drawing/2014/main" val="1244434346"/>
                    </a:ext>
                  </a:extLst>
                </a:gridCol>
                <a:gridCol w="4196914">
                  <a:extLst>
                    <a:ext uri="{9D8B030D-6E8A-4147-A177-3AD203B41FA5}">
                      <a16:colId xmlns:a16="http://schemas.microsoft.com/office/drawing/2014/main" val="3217821441"/>
                    </a:ext>
                  </a:extLst>
                </a:gridCol>
                <a:gridCol w="3987068">
                  <a:extLst>
                    <a:ext uri="{9D8B030D-6E8A-4147-A177-3AD203B41FA5}">
                      <a16:colId xmlns:a16="http://schemas.microsoft.com/office/drawing/2014/main" val="2187127740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effectLst/>
                        </a:rPr>
                        <a:t>Code</a:t>
                      </a:r>
                      <a:endParaRPr lang="en-US" sz="2000" dirty="0">
                        <a:solidFill>
                          <a:srgbClr val="14201D"/>
                        </a:solidFill>
                        <a:effectLst/>
                        <a:latin typeface="+mj-lt"/>
                        <a:ea typeface="Calibri" panose="020F0502020204030204" pitchFamily="34" charset="0"/>
                      </a:endParaRPr>
                    </a:p>
                  </a:txBody>
                  <a:tcPr marL="76200" marR="76200" marT="63500" marB="635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effectLst/>
                        </a:rPr>
                        <a:t>Meaning</a:t>
                      </a:r>
                      <a:endParaRPr lang="en-US" sz="2000" dirty="0">
                        <a:solidFill>
                          <a:srgbClr val="14201D"/>
                        </a:solidFill>
                        <a:effectLst/>
                        <a:latin typeface="+mj-lt"/>
                        <a:ea typeface="Calibri" panose="020F0502020204030204" pitchFamily="34" charset="0"/>
                      </a:endParaRPr>
                    </a:p>
                  </a:txBody>
                  <a:tcPr marL="76200" marR="76200" marT="63500" marB="635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effectLst/>
                        </a:rPr>
                        <a:t>Campus Bites moment</a:t>
                      </a:r>
                      <a:endParaRPr lang="en-US" sz="2000" dirty="0">
                        <a:solidFill>
                          <a:srgbClr val="14201D"/>
                        </a:solidFill>
                        <a:effectLst/>
                        <a:latin typeface="+mj-lt"/>
                        <a:ea typeface="Calibri" panose="020F0502020204030204" pitchFamily="34" charset="0"/>
                      </a:endParaRPr>
                    </a:p>
                  </a:txBody>
                  <a:tcPr marL="76200" marR="76200" marT="63500" marB="63500" anchor="ctr"/>
                </a:tc>
                <a:extLst>
                  <a:ext uri="{0D108BD9-81ED-4DB2-BD59-A6C34878D82A}">
                    <a16:rowId xmlns:a16="http://schemas.microsoft.com/office/drawing/2014/main" val="1299150770"/>
                  </a:ext>
                </a:extLst>
              </a:tr>
              <a:tr h="263398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01D"/>
                          </a:solidFill>
                          <a:effectLst/>
                        </a:rPr>
                        <a:t>200 OK</a:t>
                      </a:r>
                      <a:endParaRPr lang="en-US" sz="2000" dirty="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Worked, here's your data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Menu fetched successfully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extLst>
                  <a:ext uri="{0D108BD9-81ED-4DB2-BD59-A6C34878D82A}">
                    <a16:rowId xmlns:a16="http://schemas.microsoft.com/office/drawing/2014/main" val="2129062743"/>
                  </a:ext>
                </a:extLst>
              </a:tr>
              <a:tr h="263398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01D"/>
                          </a:solidFill>
                          <a:effectLst/>
                        </a:rPr>
                        <a:t>201 Created</a:t>
                      </a:r>
                      <a:endParaRPr lang="en-US" sz="2000" dirty="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01D"/>
                          </a:solidFill>
                          <a:effectLst/>
                        </a:rPr>
                        <a:t>New thing made successfully</a:t>
                      </a:r>
                      <a:endParaRPr lang="en-US" sz="2000" dirty="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An order was placed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extLst>
                  <a:ext uri="{0D108BD9-81ED-4DB2-BD59-A6C34878D82A}">
                    <a16:rowId xmlns:a16="http://schemas.microsoft.com/office/drawing/2014/main" val="2148726464"/>
                  </a:ext>
                </a:extLst>
              </a:tr>
              <a:tr h="263398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204 No Content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01D"/>
                          </a:solidFill>
                          <a:effectLst/>
                        </a:rPr>
                        <a:t>Worked, nothing to send back</a:t>
                      </a:r>
                      <a:endParaRPr lang="en-US" sz="2000" dirty="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An order was cancelled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extLst>
                  <a:ext uri="{0D108BD9-81ED-4DB2-BD59-A6C34878D82A}">
                    <a16:rowId xmlns:a16="http://schemas.microsoft.com/office/drawing/2014/main" val="732089301"/>
                  </a:ext>
                </a:extLst>
              </a:tr>
              <a:tr h="263398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400 Bad Request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You sent something wrong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Ordering zero quantity of an item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extLst>
                  <a:ext uri="{0D108BD9-81ED-4DB2-BD59-A6C34878D82A}">
                    <a16:rowId xmlns:a16="http://schemas.microsoft.com/office/drawing/2014/main" val="861298125"/>
                  </a:ext>
                </a:extLst>
              </a:tr>
              <a:tr h="263398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404 Not Found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That thing doesn't exist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Menu item 99, which was never on the napkin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extLst>
                  <a:ext uri="{0D108BD9-81ED-4DB2-BD59-A6C34878D82A}">
                    <a16:rowId xmlns:a16="http://schemas.microsoft.com/office/drawing/2014/main" val="3576959284"/>
                  </a:ext>
                </a:extLst>
              </a:tr>
              <a:tr h="263398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409 Conflict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Clashes with the current state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Trying to cancel an order that's already “Delivered”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extLst>
                  <a:ext uri="{0D108BD9-81ED-4DB2-BD59-A6C34878D82A}">
                    <a16:rowId xmlns:a16="http://schemas.microsoft.com/office/drawing/2014/main" val="3782508868"/>
                  </a:ext>
                </a:extLst>
              </a:tr>
              <a:tr h="263398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500 Server Error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>
                          <a:solidFill>
                            <a:srgbClr val="14201D"/>
                          </a:solidFill>
                          <a:effectLst/>
                        </a:rPr>
                        <a:t>Something broke on our side</a:t>
                      </a:r>
                      <a:endParaRPr lang="en-US" sz="200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01D"/>
                          </a:solidFill>
                          <a:effectLst/>
                        </a:rPr>
                        <a:t>A bug in our code, not the caller's fault</a:t>
                      </a:r>
                      <a:endParaRPr lang="en-US" sz="2000" dirty="0">
                        <a:solidFill>
                          <a:srgbClr val="14201D"/>
                        </a:solidFill>
                        <a:effectLst/>
                        <a:latin typeface="+mn-lt"/>
                        <a:ea typeface="Calibri" panose="020F0502020204030204" pitchFamily="34" charset="0"/>
                      </a:endParaRPr>
                    </a:p>
                  </a:txBody>
                  <a:tcPr marL="76200" marR="76200" marT="57150" marB="57150" anchor="ctr"/>
                </a:tc>
                <a:extLst>
                  <a:ext uri="{0D108BD9-81ED-4DB2-BD59-A6C34878D82A}">
                    <a16:rowId xmlns:a16="http://schemas.microsoft.com/office/drawing/2014/main" val="3385127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236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23245A4-77A8-850F-1FD8-A4CC8637FB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Safety and Idempotency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30C0267-7689-D2EA-3021-71037E33E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An HTTP method is </a:t>
            </a:r>
            <a:r>
              <a:rPr lang="en-US" sz="2000" b="1" dirty="0"/>
              <a:t>Safe</a:t>
            </a:r>
            <a:r>
              <a:rPr lang="en-US" sz="2000" dirty="0"/>
              <a:t> if calling it </a:t>
            </a:r>
            <a:r>
              <a:rPr lang="en-US" sz="2000" b="1" dirty="0"/>
              <a:t>does not change any data</a:t>
            </a:r>
            <a:r>
              <a:rPr lang="en-US" sz="2000" dirty="0"/>
              <a:t> on the server or in the database (Read-Only).</a:t>
            </a:r>
          </a:p>
          <a:p>
            <a:r>
              <a:rPr lang="en-US" sz="2000" dirty="0"/>
              <a:t>An HTTP method is </a:t>
            </a:r>
            <a:r>
              <a:rPr lang="en-US" sz="2000" b="1" dirty="0"/>
              <a:t>Idempotent</a:t>
            </a:r>
            <a:r>
              <a:rPr lang="en-US" sz="2000" dirty="0"/>
              <a:t> if executing it </a:t>
            </a:r>
            <a:r>
              <a:rPr lang="en-US" sz="2000" b="1" dirty="0"/>
              <a:t>multiple times with the same input produces the exact same end state on the server as calling it once</a:t>
            </a:r>
            <a:r>
              <a:rPr lang="en-US" sz="2000" dirty="0"/>
              <a:t>. </a:t>
            </a:r>
          </a:p>
          <a:p>
            <a:endParaRPr lang="en-US" sz="2000" dirty="0"/>
          </a:p>
          <a:p>
            <a:endParaRPr lang="en-US" sz="2000" dirty="0"/>
          </a:p>
        </p:txBody>
      </p:sp>
      <p:graphicFrame>
        <p:nvGraphicFramePr>
          <p:cNvPr id="6" name="Content Placeholder 4">
            <a:extLst>
              <a:ext uri="{FF2B5EF4-FFF2-40B4-BE49-F238E27FC236}">
                <a16:creationId xmlns:a16="http://schemas.microsoft.com/office/drawing/2014/main" id="{79AFC3FC-AFA9-36EA-4607-C88ADD36F92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0786117"/>
              </p:ext>
            </p:extLst>
          </p:nvPr>
        </p:nvGraphicFramePr>
        <p:xfrm>
          <a:off x="838200" y="3252089"/>
          <a:ext cx="10515599" cy="28216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19784">
                  <a:extLst>
                    <a:ext uri="{9D8B030D-6E8A-4147-A177-3AD203B41FA5}">
                      <a16:colId xmlns:a16="http://schemas.microsoft.com/office/drawing/2014/main" val="799199966"/>
                    </a:ext>
                  </a:extLst>
                </a:gridCol>
                <a:gridCol w="1618488">
                  <a:extLst>
                    <a:ext uri="{9D8B030D-6E8A-4147-A177-3AD203B41FA5}">
                      <a16:colId xmlns:a16="http://schemas.microsoft.com/office/drawing/2014/main" val="3223047648"/>
                    </a:ext>
                  </a:extLst>
                </a:gridCol>
                <a:gridCol w="2203704">
                  <a:extLst>
                    <a:ext uri="{9D8B030D-6E8A-4147-A177-3AD203B41FA5}">
                      <a16:colId xmlns:a16="http://schemas.microsoft.com/office/drawing/2014/main" val="925529166"/>
                    </a:ext>
                  </a:extLst>
                </a:gridCol>
                <a:gridCol w="5373623">
                  <a:extLst>
                    <a:ext uri="{9D8B030D-6E8A-4147-A177-3AD203B41FA5}">
                      <a16:colId xmlns:a16="http://schemas.microsoft.com/office/drawing/2014/main" val="448723068"/>
                    </a:ext>
                  </a:extLst>
                </a:gridCol>
              </a:tblGrid>
              <a:tr h="221931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800" dirty="0">
                          <a:effectLst/>
                        </a:rPr>
                        <a:t>Method</a:t>
                      </a:r>
                      <a:endParaRPr lang="en-US" sz="1800" dirty="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800" dirty="0">
                          <a:effectLst/>
                        </a:rPr>
                        <a:t>Safe?</a:t>
                      </a:r>
                      <a:endParaRPr lang="en-US" sz="1800" dirty="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800" dirty="0">
                          <a:effectLst/>
                        </a:rPr>
                        <a:t>Idempotent?</a:t>
                      </a:r>
                      <a:endParaRPr lang="en-US" sz="1800" dirty="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800" dirty="0">
                          <a:effectLst/>
                        </a:rPr>
                        <a:t>Why?</a:t>
                      </a:r>
                      <a:endParaRPr lang="en-US" sz="1800" dirty="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extLst>
                  <a:ext uri="{0D108BD9-81ED-4DB2-BD59-A6C34878D82A}">
                    <a16:rowId xmlns:a16="http://schemas.microsoft.com/office/drawing/2014/main" val="923276852"/>
                  </a:ext>
                </a:extLst>
              </a:tr>
              <a:tr h="383881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 dirty="0">
                          <a:effectLst/>
                        </a:rPr>
                        <a:t>GET</a:t>
                      </a:r>
                      <a:endParaRPr lang="en-US" sz="1400" dirty="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 dirty="0">
                          <a:effectLst/>
                        </a:rPr>
                        <a:t>Yes</a:t>
                      </a:r>
                      <a:endParaRPr lang="en-US" sz="1400" dirty="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>
                          <a:effectLst/>
                        </a:rPr>
                        <a:t>Yes</a:t>
                      </a:r>
                      <a:endParaRPr lang="en-US" sz="140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>
                          <a:effectLst/>
                        </a:rPr>
                        <a:t>Only reads data; database state never changes. </a:t>
                      </a:r>
                      <a:endParaRPr lang="en-US" sz="140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extLst>
                  <a:ext uri="{0D108BD9-81ED-4DB2-BD59-A6C34878D82A}">
                    <a16:rowId xmlns:a16="http://schemas.microsoft.com/office/drawing/2014/main" val="3880473609"/>
                  </a:ext>
                </a:extLst>
              </a:tr>
              <a:tr h="405938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 dirty="0">
                          <a:effectLst/>
                        </a:rPr>
                        <a:t>POST</a:t>
                      </a:r>
                      <a:endParaRPr lang="en-US" sz="1400" dirty="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 dirty="0">
                          <a:effectLst/>
                        </a:rPr>
                        <a:t>No</a:t>
                      </a:r>
                      <a:endParaRPr lang="en-US" sz="1400" dirty="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  <a:endParaRPr lang="en-US" sz="140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>
                          <a:effectLst/>
                        </a:rPr>
                        <a:t>Calling it 3 times creates 3 duplicate records in the database. </a:t>
                      </a:r>
                      <a:endParaRPr lang="en-US" sz="140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extLst>
                  <a:ext uri="{0D108BD9-81ED-4DB2-BD59-A6C34878D82A}">
                    <a16:rowId xmlns:a16="http://schemas.microsoft.com/office/drawing/2014/main" val="3396042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 dirty="0">
                          <a:effectLst/>
                        </a:rPr>
                        <a:t>PUT</a:t>
                      </a:r>
                      <a:endParaRPr lang="en-US" sz="1400" dirty="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  <a:endParaRPr lang="en-US" sz="140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>
                          <a:effectLst/>
                        </a:rPr>
                        <a:t>Yes</a:t>
                      </a:r>
                      <a:endParaRPr lang="en-US" sz="140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>
                          <a:effectLst/>
                        </a:rPr>
                        <a:t>Overwrites the resource with the exact payload provided; repeating it keeps the exact same state. </a:t>
                      </a:r>
                      <a:endParaRPr lang="en-US" sz="140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extLst>
                  <a:ext uri="{0D108BD9-81ED-4DB2-BD59-A6C34878D82A}">
                    <a16:rowId xmlns:a16="http://schemas.microsoft.com/office/drawing/2014/main" val="3220631745"/>
                  </a:ext>
                </a:extLst>
              </a:tr>
              <a:tr h="560517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>
                          <a:effectLst/>
                        </a:rPr>
                        <a:t>PATCH</a:t>
                      </a:r>
                      <a:endParaRPr lang="en-US" sz="140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  <a:endParaRPr lang="en-US" sz="140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 dirty="0">
                          <a:effectLst/>
                        </a:rPr>
                        <a:t>No (by spec)* </a:t>
                      </a:r>
                      <a:endParaRPr lang="en-US" sz="1400" dirty="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>
                          <a:effectLst/>
                        </a:rPr>
                        <a:t>Modifies data; operations like { "op": "increment", "amount": 10 } change state every time.</a:t>
                      </a:r>
                      <a:endParaRPr lang="en-US" sz="140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extLst>
                  <a:ext uri="{0D108BD9-81ED-4DB2-BD59-A6C34878D82A}">
                    <a16:rowId xmlns:a16="http://schemas.microsoft.com/office/drawing/2014/main" val="4113756062"/>
                  </a:ext>
                </a:extLst>
              </a:tr>
              <a:tr h="608955"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>
                          <a:effectLst/>
                        </a:rPr>
                        <a:t>DELETE</a:t>
                      </a:r>
                      <a:endParaRPr lang="en-US" sz="140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>
                          <a:effectLst/>
                        </a:rPr>
                        <a:t>No</a:t>
                      </a:r>
                      <a:endParaRPr lang="en-US" sz="140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>
                          <a:effectLst/>
                        </a:rPr>
                        <a:t>Yes</a:t>
                      </a:r>
                      <a:endParaRPr lang="en-US" sz="140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tc>
                  <a:txBody>
                    <a:bodyPr/>
                    <a:lstStyle/>
                    <a:p>
                      <a:pPr marL="0" marR="0">
                        <a:spcAft>
                          <a:spcPts val="2400"/>
                        </a:spcAft>
                        <a:buNone/>
                      </a:pPr>
                      <a:r>
                        <a:rPr lang="en-US" sz="1400" dirty="0">
                          <a:effectLst/>
                        </a:rPr>
                        <a:t>Deleting item #10 removes it. Deleting it again leaves it deleted (end state is the same). </a:t>
                      </a:r>
                      <a:endParaRPr lang="en-US" sz="1400" dirty="0">
                        <a:effectLst/>
                        <a:latin typeface="Google Sans Text"/>
                      </a:endParaRPr>
                    </a:p>
                  </a:txBody>
                  <a:tcPr marL="56955" marR="56955" marT="37970" marB="37970" anchor="ctr"/>
                </a:tc>
                <a:extLst>
                  <a:ext uri="{0D108BD9-81ED-4DB2-BD59-A6C34878D82A}">
                    <a16:rowId xmlns:a16="http://schemas.microsoft.com/office/drawing/2014/main" val="3454155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0422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0D874-FD6F-6AE5-92CB-95E055E2C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42AEDB3-C035-A74A-7609-464A8BE86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Which address correctly follows resource-naming rules for “get vada pav, item 2”?</a:t>
            </a:r>
          </a:p>
          <a:p>
            <a:pPr marL="0" indent="0">
              <a:buNone/>
            </a:pPr>
            <a:endParaRPr lang="en-US" b="1" dirty="0"/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/</a:t>
            </a:r>
            <a:r>
              <a:rPr lang="en-US" dirty="0" err="1"/>
              <a:t>getMenuItem?id</a:t>
            </a:r>
            <a:r>
              <a:rPr lang="en-US" dirty="0"/>
              <a:t>=2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/menu-items/2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/</a:t>
            </a:r>
            <a:r>
              <a:rPr lang="en-US" dirty="0" err="1"/>
              <a:t>MenuItem</a:t>
            </a:r>
            <a:r>
              <a:rPr lang="en-US" dirty="0"/>
              <a:t>/2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/menu-item/</a:t>
            </a:r>
            <a:r>
              <a:rPr lang="en-US" dirty="0" err="1"/>
              <a:t>getById</a:t>
            </a:r>
            <a:r>
              <a:rPr lang="en-US" dirty="0"/>
              <a:t>/2</a:t>
            </a:r>
          </a:p>
          <a:p>
            <a:pPr marL="514350" indent="-514350">
              <a:buFont typeface="+mj-lt"/>
              <a:buAutoNum type="alphaUcPeriod"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Answer: B</a:t>
            </a:r>
          </a:p>
          <a:p>
            <a:pPr marL="514350" indent="-514350">
              <a:buFont typeface="+mj-lt"/>
              <a:buAutoNum type="alphaU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22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6DF58-464D-5D11-8180-132DE59D5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BE7A-50D1-D754-E725-3E855E0F3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8F3873-F92F-4525-5926-6E6450E30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A new student was successfully added. Which status is most suitable?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200 only, in every case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503 Service Unavailable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404 Not Found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201 Created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Answer: D</a:t>
            </a:r>
          </a:p>
          <a:p>
            <a:pPr marL="514350" indent="-514350">
              <a:buFont typeface="+mj-lt"/>
              <a:buAutoNum type="alphaU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25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FAF06-6C6E-524F-58EF-F5E35725E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606CE-BF45-1EC6-C2EE-7C30A1E1B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53F962F-EBF3-2359-22A7-A71A98D2C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What does /orders/5/items represent?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The items belonging to order 5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Order number 5, repeated 5 times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Item number 5 in every order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A typo for /order-items/5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Answer: A</a:t>
            </a:r>
          </a:p>
          <a:p>
            <a:pPr marL="514350" indent="-514350">
              <a:buFont typeface="+mj-lt"/>
              <a:buAutoNum type="alphaU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2625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82965-081E-6080-D02F-CDC95D520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FB61B-51D4-797B-6192-9EC3B01F4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674EAF-97EA-5EB8-0047-9477BC8C8F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What goes wrong if an API always returns 200, even on failure?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Nothing, it's a style choice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The response gets bigger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Caching, monitoring, and automatic retries all quietly break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JSON stops working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Answer: C</a:t>
            </a:r>
          </a:p>
          <a:p>
            <a:pPr marL="514350" indent="-514350">
              <a:buFont typeface="+mj-lt"/>
              <a:buAutoNum type="alphaU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771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7F77C-81B8-E21A-0C58-64E2D7539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42808-D605-4C4F-1D5A-102759A333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REST has a few rules called </a:t>
            </a:r>
            <a:r>
              <a:rPr lang="en-US" b="1" dirty="0"/>
              <a:t>constraints</a:t>
            </a:r>
            <a:r>
              <a:rPr lang="en-US" dirty="0"/>
              <a:t> that help us build APIs that are easy to understand and consistent.</a:t>
            </a:r>
          </a:p>
          <a:p>
            <a:pPr marL="0" indent="0">
              <a:buNone/>
            </a:pPr>
            <a:r>
              <a:rPr lang="en-US" dirty="0"/>
              <a:t>REST has </a:t>
            </a:r>
            <a:r>
              <a:rPr lang="en-US" b="1" dirty="0"/>
              <a:t>six constraints</a:t>
            </a:r>
            <a:r>
              <a:rPr lang="en-US" dirty="0"/>
              <a:t>: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client-server,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stateless,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cacheable,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uniform interface,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layered system,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code-on-demand (optional)</a:t>
            </a:r>
          </a:p>
        </p:txBody>
      </p:sp>
    </p:spTree>
    <p:extLst>
      <p:ext uri="{BB962C8B-B14F-4D97-AF65-F5344CB8AC3E}">
        <p14:creationId xmlns:p14="http://schemas.microsoft.com/office/powerpoint/2010/main" val="2902720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EE25D99-E561-77E1-7108-D5292D227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7912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ED940-965D-C0B5-9E8D-75C5126B7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9B7F6-929E-0B3E-5E07-F6B32390C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F70DD05-BB78-6DE6-E3C1-50420AF6E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Which of the following best describes the Stateless constraint in a RESTful architecture?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The client is forbidden from maintaining any of its own application state locally.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The server must store session information in a distributed cache so multiple instances can access it.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Each request from a client to a server must contain all the information necessary to understand and complete the request, without relying on stored session context on the server.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The server and client must maintain an active, bidirectional persistent socket connection throughout the session lifecycle.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Answer: C</a:t>
            </a:r>
          </a:p>
          <a:p>
            <a:pPr marL="514350" indent="-514350">
              <a:buFont typeface="+mj-lt"/>
              <a:buAutoNum type="alphaU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0807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90514-8F66-3125-5D42-44AF67E2E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AAE86-179F-D2E2-8C05-7556F982B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8716BF6-807D-9169-4485-7D96C1DE2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How do cacheable responses improve the efficiency of a RESTful web service?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By forcing the server to store a persistent copy of every client request indefinitely in RAM.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By encrypting the data payload twice to prevent unauthorized intermediate caching.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By ensuring that no response can ever be saved in an intermediate proxy or browser cache.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By labeling responses implicitly or explicitly as cacheable, clients can reuse response data for subsequent equivalent requests, reducing network traffic and server load.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Answer: D</a:t>
            </a:r>
          </a:p>
          <a:p>
            <a:pPr marL="514350" indent="-514350">
              <a:buFont typeface="+mj-lt"/>
              <a:buAutoNum type="alphaU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653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DC5D4-1CD4-BAA2-551A-BD19A86F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BE02B-0199-7CA9-06C7-7E42E5627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12BFBDB-9302-B879-049A-248823913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Which of the following best characterizes the Layered System constraint in a REST architecture?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A client can only communicate with the ultimate end-server and is strictly forbidden from talking to any intermediary.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A component cannot see beyond the immediate layer it is interacting with, meaning a client cannot tell whether it is connected directly to the end server or an intermediary.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The database layer must be directly exposed to the client to minimize response latency.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All network layers from the physical OSI layer to the application layer must be combined into a single monolithic protocol.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Answer: B</a:t>
            </a:r>
          </a:p>
          <a:p>
            <a:pPr marL="514350" indent="-514350">
              <a:buFont typeface="+mj-lt"/>
              <a:buAutoNum type="alphaUcPeriod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4533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E6698C-308C-3EBE-9BA4-B6B4258946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651E0C5-B9CE-51B7-97B9-0376B021DF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701013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612</TotalTime>
  <Words>1543</Words>
  <Application>Microsoft Office PowerPoint</Application>
  <PresentationFormat>Widescreen</PresentationFormat>
  <Paragraphs>261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Google Sans Text</vt:lpstr>
      <vt:lpstr>Office Theme</vt:lpstr>
      <vt:lpstr>API</vt:lpstr>
      <vt:lpstr>PowerPoint Presentation</vt:lpstr>
      <vt:lpstr>API = Application Programming Interface</vt:lpstr>
      <vt:lpstr>Advantages and Disadvantages</vt:lpstr>
      <vt:lpstr>PowerPoint Presentation</vt:lpstr>
      <vt:lpstr>API Architecture</vt:lpstr>
      <vt:lpstr>4 Layers of API Architecture</vt:lpstr>
      <vt:lpstr>PowerPoint Presentation</vt:lpstr>
      <vt:lpstr>PowerPoint Presentation</vt:lpstr>
      <vt:lpstr>Quick Quiz</vt:lpstr>
      <vt:lpstr>Quick Quiz</vt:lpstr>
      <vt:lpstr>Quick Quiz</vt:lpstr>
      <vt:lpstr>What is HTTP?</vt:lpstr>
      <vt:lpstr>HTTP Request</vt:lpstr>
      <vt:lpstr>HTTP Response</vt:lpstr>
      <vt:lpstr>HTTP Methods</vt:lpstr>
      <vt:lpstr>HTTP Status Codes</vt:lpstr>
      <vt:lpstr>Safety and Idempotency</vt:lpstr>
      <vt:lpstr>Quick Quiz</vt:lpstr>
      <vt:lpstr>Quick Quiz</vt:lpstr>
      <vt:lpstr>Quick Quiz</vt:lpstr>
      <vt:lpstr>Quick Quiz</vt:lpstr>
      <vt:lpstr>REST Constraints</vt:lpstr>
      <vt:lpstr>PowerPoint Presentation</vt:lpstr>
      <vt:lpstr>Quick Quiz</vt:lpstr>
      <vt:lpstr>Quick Quiz</vt:lpstr>
      <vt:lpstr>Quick Quiz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Ishan Malik</dc:creator>
  <cp:lastModifiedBy>Ishan Malik</cp:lastModifiedBy>
  <cp:revision>1</cp:revision>
  <dcterms:created xsi:type="dcterms:W3CDTF">2026-09-21T09:56:51Z</dcterms:created>
  <dcterms:modified xsi:type="dcterms:W3CDTF">2026-10-18T06:00:48Z</dcterms:modified>
</cp:coreProperties>
</file>