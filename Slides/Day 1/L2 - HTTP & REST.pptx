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67" r:id="rId16"/>
    <p:sldId id="271" r:id="rId17"/>
    <p:sldId id="272" r:id="rId18"/>
    <p:sldId id="273" r:id="rId19"/>
    <p:sldId id="275" r:id="rId20"/>
    <p:sldId id="274" r:id="rId21"/>
    <p:sldId id="276" r:id="rId22"/>
    <p:sldId id="278" r:id="rId23"/>
    <p:sldId id="277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165E3B-9D9C-4E11-A0BC-522BD6B9B37D}" v="508" dt="2026-10-15T10:32:03.0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an Malik" userId="75bbfd951af34ddf" providerId="LiveId" clId="{72EBD0DD-2070-4E6C-9DD9-806D8E44FFC7}"/>
    <pc:docChg chg="undo custSel addSld delSld modSld sldOrd modMainMaster">
      <pc:chgData name="Ishan Malik" userId="75bbfd951af34ddf" providerId="LiveId" clId="{72EBD0DD-2070-4E6C-9DD9-806D8E44FFC7}" dt="2026-10-15T10:32:36.197" v="1089" actId="20577"/>
      <pc:docMkLst>
        <pc:docMk/>
      </pc:docMkLst>
      <pc:sldChg chg="modSp new mod setBg">
        <pc:chgData name="Ishan Malik" userId="75bbfd951af34ddf" providerId="LiveId" clId="{72EBD0DD-2070-4E6C-9DD9-806D8E44FFC7}" dt="2026-10-14T10:37:46.672" v="226" actId="20577"/>
        <pc:sldMkLst>
          <pc:docMk/>
          <pc:sldMk cId="1438765516" sldId="256"/>
        </pc:sldMkLst>
        <pc:spChg chg="mod">
          <ac:chgData name="Ishan Malik" userId="75bbfd951af34ddf" providerId="LiveId" clId="{72EBD0DD-2070-4E6C-9DD9-806D8E44FFC7}" dt="2026-10-14T10:37:46.672" v="226" actId="20577"/>
          <ac:spMkLst>
            <pc:docMk/>
            <pc:sldMk cId="1438765516" sldId="256"/>
            <ac:spMk id="2" creationId="{8DFBE922-BAE3-50B1-0DAD-D819F907FD2A}"/>
          </ac:spMkLst>
        </pc:spChg>
        <pc:spChg chg="mod">
          <ac:chgData name="Ishan Malik" userId="75bbfd951af34ddf" providerId="LiveId" clId="{72EBD0DD-2070-4E6C-9DD9-806D8E44FFC7}" dt="2026-10-14T10:33:00.151" v="23" actId="20577"/>
          <ac:spMkLst>
            <pc:docMk/>
            <pc:sldMk cId="1438765516" sldId="256"/>
            <ac:spMk id="3" creationId="{42499F40-1378-B6C4-FEF9-D4C004C5AA8C}"/>
          </ac:spMkLst>
        </pc:spChg>
      </pc:sldChg>
      <pc:sldChg chg="modSp new mod modTransition modAnim">
        <pc:chgData name="Ishan Malik" userId="75bbfd951af34ddf" providerId="LiveId" clId="{72EBD0DD-2070-4E6C-9DD9-806D8E44FFC7}" dt="2026-10-14T11:13:21.792" v="263"/>
        <pc:sldMkLst>
          <pc:docMk/>
          <pc:sldMk cId="202294664" sldId="257"/>
        </pc:sldMkLst>
        <pc:spChg chg="mod">
          <ac:chgData name="Ishan Malik" userId="75bbfd951af34ddf" providerId="LiveId" clId="{72EBD0DD-2070-4E6C-9DD9-806D8E44FFC7}" dt="2026-10-14T10:40:37.161" v="227"/>
          <ac:spMkLst>
            <pc:docMk/>
            <pc:sldMk cId="202294664" sldId="257"/>
            <ac:spMk id="2" creationId="{78D2FDBB-D29C-35CD-778A-960B2CDA26D5}"/>
          </ac:spMkLst>
        </pc:spChg>
        <pc:spChg chg="mod">
          <ac:chgData name="Ishan Malik" userId="75bbfd951af34ddf" providerId="LiveId" clId="{72EBD0DD-2070-4E6C-9DD9-806D8E44FFC7}" dt="2026-10-14T11:13:21.792" v="263"/>
          <ac:spMkLst>
            <pc:docMk/>
            <pc:sldMk cId="202294664" sldId="257"/>
            <ac:spMk id="3" creationId="{F3E60A7C-0730-CB6F-4882-BC4693C2F254}"/>
          </ac:spMkLst>
        </pc:spChg>
      </pc:sldChg>
      <pc:sldChg chg="addSp delSp modSp new mod">
        <pc:chgData name="Ishan Malik" userId="75bbfd951af34ddf" providerId="LiveId" clId="{72EBD0DD-2070-4E6C-9DD9-806D8E44FFC7}" dt="2026-10-14T12:07:47.641" v="278" actId="14100"/>
        <pc:sldMkLst>
          <pc:docMk/>
          <pc:sldMk cId="847991150" sldId="258"/>
        </pc:sldMkLst>
        <pc:spChg chg="del mod">
          <ac:chgData name="Ishan Malik" userId="75bbfd951af34ddf" providerId="LiveId" clId="{72EBD0DD-2070-4E6C-9DD9-806D8E44FFC7}" dt="2026-10-14T12:07:23.330" v="273" actId="478"/>
          <ac:spMkLst>
            <pc:docMk/>
            <pc:sldMk cId="847991150" sldId="258"/>
            <ac:spMk id="2" creationId="{EC97B837-0FE5-735A-6117-BED0591CF455}"/>
          </ac:spMkLst>
        </pc:spChg>
        <pc:spChg chg="add del">
          <ac:chgData name="Ishan Malik" userId="75bbfd951af34ddf" providerId="LiveId" clId="{72EBD0DD-2070-4E6C-9DD9-806D8E44FFC7}" dt="2026-10-14T12:06:57.816" v="267" actId="22"/>
          <ac:spMkLst>
            <pc:docMk/>
            <pc:sldMk cId="847991150" sldId="258"/>
            <ac:spMk id="3" creationId="{C4DBDC52-F105-0C3C-B018-6E63FF671A75}"/>
          </ac:spMkLst>
        </pc:spChg>
        <pc:spChg chg="add del mod">
          <ac:chgData name="Ishan Malik" userId="75bbfd951af34ddf" providerId="LiveId" clId="{72EBD0DD-2070-4E6C-9DD9-806D8E44FFC7}" dt="2026-10-14T12:07:25.976" v="274" actId="478"/>
          <ac:spMkLst>
            <pc:docMk/>
            <pc:sldMk cId="847991150" sldId="258"/>
            <ac:spMk id="9" creationId="{A20F4F19-23C8-5D84-DBE2-E21E04A50A0E}"/>
          </ac:spMkLst>
        </pc:spChg>
        <pc:picChg chg="add del mod ord">
          <ac:chgData name="Ishan Malik" userId="75bbfd951af34ddf" providerId="LiveId" clId="{72EBD0DD-2070-4E6C-9DD9-806D8E44FFC7}" dt="2026-10-14T12:06:54.354" v="266" actId="22"/>
          <ac:picMkLst>
            <pc:docMk/>
            <pc:sldMk cId="847991150" sldId="258"/>
            <ac:picMk id="5" creationId="{166019C6-29CA-C254-225E-EFED4EDBDADD}"/>
          </ac:picMkLst>
        </pc:picChg>
        <pc:picChg chg="add mod ord">
          <ac:chgData name="Ishan Malik" userId="75bbfd951af34ddf" providerId="LiveId" clId="{72EBD0DD-2070-4E6C-9DD9-806D8E44FFC7}" dt="2026-10-14T12:07:47.641" v="278" actId="14100"/>
          <ac:picMkLst>
            <pc:docMk/>
            <pc:sldMk cId="847991150" sldId="258"/>
            <ac:picMk id="7" creationId="{7D868263-F46E-519C-D3EC-841CF2168CD2}"/>
          </ac:picMkLst>
        </pc:picChg>
      </pc:sldChg>
      <pc:sldChg chg="addSp modSp new mod modAnim">
        <pc:chgData name="Ishan Malik" userId="75bbfd951af34ddf" providerId="LiveId" clId="{72EBD0DD-2070-4E6C-9DD9-806D8E44FFC7}" dt="2026-10-14T12:11:36.645" v="295"/>
        <pc:sldMkLst>
          <pc:docMk/>
          <pc:sldMk cId="1301637964" sldId="259"/>
        </pc:sldMkLst>
        <pc:spChg chg="mod">
          <ac:chgData name="Ishan Malik" userId="75bbfd951af34ddf" providerId="LiveId" clId="{72EBD0DD-2070-4E6C-9DD9-806D8E44FFC7}" dt="2026-10-14T12:08:23.620" v="279"/>
          <ac:spMkLst>
            <pc:docMk/>
            <pc:sldMk cId="1301637964" sldId="259"/>
            <ac:spMk id="2" creationId="{9CC72888-ACB2-6D5A-85D7-4BC31DDD132B}"/>
          </ac:spMkLst>
        </pc:spChg>
        <pc:spChg chg="mod">
          <ac:chgData name="Ishan Malik" userId="75bbfd951af34ddf" providerId="LiveId" clId="{72EBD0DD-2070-4E6C-9DD9-806D8E44FFC7}" dt="2026-10-14T12:11:09.845" v="293" actId="5793"/>
          <ac:spMkLst>
            <pc:docMk/>
            <pc:sldMk cId="1301637964" sldId="259"/>
            <ac:spMk id="3" creationId="{32584CCC-532C-7004-CEB2-AC36E82E8978}"/>
          </ac:spMkLst>
        </pc:spChg>
        <pc:graphicFrameChg chg="add mod">
          <ac:chgData name="Ishan Malik" userId="75bbfd951af34ddf" providerId="LiveId" clId="{72EBD0DD-2070-4E6C-9DD9-806D8E44FFC7}" dt="2026-10-14T12:09:01.390" v="282"/>
          <ac:graphicFrameMkLst>
            <pc:docMk/>
            <pc:sldMk cId="1301637964" sldId="259"/>
            <ac:graphicFrameMk id="4" creationId="{5BA74A64-130F-147A-4ADD-EEEB3D461BF6}"/>
          </ac:graphicFrameMkLst>
        </pc:graphicFrameChg>
        <pc:graphicFrameChg chg="add mod modGraphic">
          <ac:chgData name="Ishan Malik" userId="75bbfd951af34ddf" providerId="LiveId" clId="{72EBD0DD-2070-4E6C-9DD9-806D8E44FFC7}" dt="2026-10-14T12:09:41.169" v="285" actId="12385"/>
          <ac:graphicFrameMkLst>
            <pc:docMk/>
            <pc:sldMk cId="1301637964" sldId="259"/>
            <ac:graphicFrameMk id="5" creationId="{684F73E9-96DA-B115-8EA5-1A9224463B13}"/>
          </ac:graphicFrameMkLst>
        </pc:graphicFrameChg>
        <pc:graphicFrameChg chg="add mod modGraphic">
          <ac:chgData name="Ishan Malik" userId="75bbfd951af34ddf" providerId="LiveId" clId="{72EBD0DD-2070-4E6C-9DD9-806D8E44FFC7}" dt="2026-10-14T12:10:53.911" v="292" actId="12385"/>
          <ac:graphicFrameMkLst>
            <pc:docMk/>
            <pc:sldMk cId="1301637964" sldId="259"/>
            <ac:graphicFrameMk id="6" creationId="{30166AEB-9ECD-250C-558F-43F41AE6B7B0}"/>
          </ac:graphicFrameMkLst>
        </pc:graphicFrameChg>
      </pc:sldChg>
      <pc:sldChg chg="modSp new mod modAnim">
        <pc:chgData name="Ishan Malik" userId="75bbfd951af34ddf" providerId="LiveId" clId="{72EBD0DD-2070-4E6C-9DD9-806D8E44FFC7}" dt="2026-10-14T12:15:19.530" v="339"/>
        <pc:sldMkLst>
          <pc:docMk/>
          <pc:sldMk cId="318029413" sldId="260"/>
        </pc:sldMkLst>
        <pc:spChg chg="mod">
          <ac:chgData name="Ishan Malik" userId="75bbfd951af34ddf" providerId="LiveId" clId="{72EBD0DD-2070-4E6C-9DD9-806D8E44FFC7}" dt="2026-10-14T12:12:48.362" v="298"/>
          <ac:spMkLst>
            <pc:docMk/>
            <pc:sldMk cId="318029413" sldId="260"/>
            <ac:spMk id="2" creationId="{04BB7BE9-FC49-9AA9-95E3-DE5B3A4D381B}"/>
          </ac:spMkLst>
        </pc:spChg>
        <pc:spChg chg="mod">
          <ac:chgData name="Ishan Malik" userId="75bbfd951af34ddf" providerId="LiveId" clId="{72EBD0DD-2070-4E6C-9DD9-806D8E44FFC7}" dt="2026-10-14T12:15:05.476" v="338" actId="404"/>
          <ac:spMkLst>
            <pc:docMk/>
            <pc:sldMk cId="318029413" sldId="260"/>
            <ac:spMk id="3" creationId="{479B1157-4A6D-FF38-27C0-CBB1ACC2C0A1}"/>
          </ac:spMkLst>
        </pc:spChg>
      </pc:sldChg>
      <pc:sldChg chg="modSp add mod modAnim">
        <pc:chgData name="Ishan Malik" userId="75bbfd951af34ddf" providerId="LiveId" clId="{72EBD0DD-2070-4E6C-9DD9-806D8E44FFC7}" dt="2026-10-14T12:22:15.456" v="402" actId="404"/>
        <pc:sldMkLst>
          <pc:docMk/>
          <pc:sldMk cId="2148137055" sldId="261"/>
        </pc:sldMkLst>
        <pc:spChg chg="mod">
          <ac:chgData name="Ishan Malik" userId="75bbfd951af34ddf" providerId="LiveId" clId="{72EBD0DD-2070-4E6C-9DD9-806D8E44FFC7}" dt="2026-10-14T12:22:15.456" v="402" actId="404"/>
          <ac:spMkLst>
            <pc:docMk/>
            <pc:sldMk cId="2148137055" sldId="261"/>
            <ac:spMk id="3" creationId="{DC049091-1BA9-0D37-7923-4D4916C2C68D}"/>
          </ac:spMkLst>
        </pc:spChg>
      </pc:sldChg>
      <pc:sldChg chg="addSp delSp modSp new mod">
        <pc:chgData name="Ishan Malik" userId="75bbfd951af34ddf" providerId="LiveId" clId="{72EBD0DD-2070-4E6C-9DD9-806D8E44FFC7}" dt="2026-10-14T13:12:07.925" v="418" actId="14100"/>
        <pc:sldMkLst>
          <pc:docMk/>
          <pc:sldMk cId="336837710" sldId="262"/>
        </pc:sldMkLst>
        <pc:spChg chg="del mod">
          <ac:chgData name="Ishan Malik" userId="75bbfd951af34ddf" providerId="LiveId" clId="{72EBD0DD-2070-4E6C-9DD9-806D8E44FFC7}" dt="2026-10-14T13:11:47.629" v="412" actId="478"/>
          <ac:spMkLst>
            <pc:docMk/>
            <pc:sldMk cId="336837710" sldId="262"/>
            <ac:spMk id="2" creationId="{057DC019-720C-3C7C-2BA9-5BFEDF65F8BB}"/>
          </ac:spMkLst>
        </pc:spChg>
        <pc:spChg chg="del mod">
          <ac:chgData name="Ishan Malik" userId="75bbfd951af34ddf" providerId="LiveId" clId="{72EBD0DD-2070-4E6C-9DD9-806D8E44FFC7}" dt="2026-10-14T13:11:53.208" v="414" actId="478"/>
          <ac:spMkLst>
            <pc:docMk/>
            <pc:sldMk cId="336837710" sldId="262"/>
            <ac:spMk id="3" creationId="{5CFA4D4A-742D-C6EE-4FDC-7191473F0432}"/>
          </ac:spMkLst>
        </pc:spChg>
        <pc:spChg chg="add del mod">
          <ac:chgData name="Ishan Malik" userId="75bbfd951af34ddf" providerId="LiveId" clId="{72EBD0DD-2070-4E6C-9DD9-806D8E44FFC7}" dt="2026-10-14T13:11:50.231" v="413" actId="478"/>
          <ac:spMkLst>
            <pc:docMk/>
            <pc:sldMk cId="336837710" sldId="262"/>
            <ac:spMk id="5" creationId="{CBFD5611-A3D8-69A9-B484-6599638768E0}"/>
          </ac:spMkLst>
        </pc:spChg>
        <pc:spChg chg="add del mod">
          <ac:chgData name="Ishan Malik" userId="75bbfd951af34ddf" providerId="LiveId" clId="{72EBD0DD-2070-4E6C-9DD9-806D8E44FFC7}" dt="2026-10-14T13:11:54.603" v="415" actId="478"/>
          <ac:spMkLst>
            <pc:docMk/>
            <pc:sldMk cId="336837710" sldId="262"/>
            <ac:spMk id="7" creationId="{78597D9A-4FC0-57DD-BAE6-E879B91FA1F3}"/>
          </ac:spMkLst>
        </pc:spChg>
        <pc:picChg chg="add mod">
          <ac:chgData name="Ishan Malik" userId="75bbfd951af34ddf" providerId="LiveId" clId="{72EBD0DD-2070-4E6C-9DD9-806D8E44FFC7}" dt="2026-10-14T13:12:07.925" v="418" actId="14100"/>
          <ac:picMkLst>
            <pc:docMk/>
            <pc:sldMk cId="336837710" sldId="262"/>
            <ac:picMk id="9" creationId="{B43A5A0F-419D-6C14-0DE9-4CC8E5612919}"/>
          </ac:picMkLst>
        </pc:picChg>
      </pc:sldChg>
      <pc:sldChg chg="addSp delSp modSp new mod modAnim">
        <pc:chgData name="Ishan Malik" userId="75bbfd951af34ddf" providerId="LiveId" clId="{72EBD0DD-2070-4E6C-9DD9-806D8E44FFC7}" dt="2026-10-15T07:13:44.327" v="525" actId="2711"/>
        <pc:sldMkLst>
          <pc:docMk/>
          <pc:sldMk cId="4280667130" sldId="263"/>
        </pc:sldMkLst>
        <pc:spChg chg="mod">
          <ac:chgData name="Ishan Malik" userId="75bbfd951af34ddf" providerId="LiveId" clId="{72EBD0DD-2070-4E6C-9DD9-806D8E44FFC7}" dt="2026-10-14T13:25:00.966" v="420"/>
          <ac:spMkLst>
            <pc:docMk/>
            <pc:sldMk cId="4280667130" sldId="263"/>
            <ac:spMk id="2" creationId="{5402E18A-CE21-32F0-FB13-942395F3E643}"/>
          </ac:spMkLst>
        </pc:spChg>
        <pc:spChg chg="mod">
          <ac:chgData name="Ishan Malik" userId="75bbfd951af34ddf" providerId="LiveId" clId="{72EBD0DD-2070-4E6C-9DD9-806D8E44FFC7}" dt="2026-10-14T13:34:39.591" v="505" actId="5793"/>
          <ac:spMkLst>
            <pc:docMk/>
            <pc:sldMk cId="4280667130" sldId="263"/>
            <ac:spMk id="3" creationId="{67181549-D853-E485-12DF-B5E325DEE340}"/>
          </ac:spMkLst>
        </pc:spChg>
        <pc:spChg chg="add del mod">
          <ac:chgData name="Ishan Malik" userId="75bbfd951af34ddf" providerId="LiveId" clId="{72EBD0DD-2070-4E6C-9DD9-806D8E44FFC7}" dt="2026-10-14T13:27:46.016" v="433" actId="1076"/>
          <ac:spMkLst>
            <pc:docMk/>
            <pc:sldMk cId="4280667130" sldId="263"/>
            <ac:spMk id="6" creationId="{796AEEE1-D9E0-6035-ACBA-02A209ACB645}"/>
          </ac:spMkLst>
        </pc:spChg>
        <pc:graphicFrameChg chg="add del mod modGraphic">
          <ac:chgData name="Ishan Malik" userId="75bbfd951af34ddf" providerId="LiveId" clId="{72EBD0DD-2070-4E6C-9DD9-806D8E44FFC7}" dt="2026-10-14T13:28:07.008" v="438" actId="478"/>
          <ac:graphicFrameMkLst>
            <pc:docMk/>
            <pc:sldMk cId="4280667130" sldId="263"/>
            <ac:graphicFrameMk id="4" creationId="{B8C66718-F018-AE80-0DB2-6E01AA0631BE}"/>
          </ac:graphicFrameMkLst>
        </pc:graphicFrameChg>
        <pc:graphicFrameChg chg="add mod modGraphic">
          <ac:chgData name="Ishan Malik" userId="75bbfd951af34ddf" providerId="LiveId" clId="{72EBD0DD-2070-4E6C-9DD9-806D8E44FFC7}" dt="2026-10-15T07:13:44.327" v="525" actId="2711"/>
          <ac:graphicFrameMkLst>
            <pc:docMk/>
            <pc:sldMk cId="4280667130" sldId="263"/>
            <ac:graphicFrameMk id="7" creationId="{58ABDDD3-31D7-05CA-AECB-07F79B749A8F}"/>
          </ac:graphicFrameMkLst>
        </pc:graphicFrameChg>
      </pc:sldChg>
      <pc:sldChg chg="addSp modSp new mod modAnim">
        <pc:chgData name="Ishan Malik" userId="75bbfd951af34ddf" providerId="LiveId" clId="{72EBD0DD-2070-4E6C-9DD9-806D8E44FFC7}" dt="2026-10-15T07:31:46.161" v="582" actId="12385"/>
        <pc:sldMkLst>
          <pc:docMk/>
          <pc:sldMk cId="4026174918" sldId="264"/>
        </pc:sldMkLst>
        <pc:spChg chg="mod">
          <ac:chgData name="Ishan Malik" userId="75bbfd951af34ddf" providerId="LiveId" clId="{72EBD0DD-2070-4E6C-9DD9-806D8E44FFC7}" dt="2026-10-15T07:07:44.225" v="512"/>
          <ac:spMkLst>
            <pc:docMk/>
            <pc:sldMk cId="4026174918" sldId="264"/>
            <ac:spMk id="2" creationId="{568D3574-32E2-17E9-97B3-EC0461235FC8}"/>
          </ac:spMkLst>
        </pc:spChg>
        <pc:spChg chg="mod">
          <ac:chgData name="Ishan Malik" userId="75bbfd951af34ddf" providerId="LiveId" clId="{72EBD0DD-2070-4E6C-9DD9-806D8E44FFC7}" dt="2026-10-15T07:19:06.176" v="538" actId="403"/>
          <ac:spMkLst>
            <pc:docMk/>
            <pc:sldMk cId="4026174918" sldId="264"/>
            <ac:spMk id="3" creationId="{6B4CA47B-2F65-93F6-F9C5-F2EA652921F2}"/>
          </ac:spMkLst>
        </pc:spChg>
        <pc:graphicFrameChg chg="add mod">
          <ac:chgData name="Ishan Malik" userId="75bbfd951af34ddf" providerId="LiveId" clId="{72EBD0DD-2070-4E6C-9DD9-806D8E44FFC7}" dt="2026-10-15T07:12:13.163" v="517"/>
          <ac:graphicFrameMkLst>
            <pc:docMk/>
            <pc:sldMk cId="4026174918" sldId="264"/>
            <ac:graphicFrameMk id="4" creationId="{71A24406-3E76-6EB3-F2B0-C713DB40FE38}"/>
          </ac:graphicFrameMkLst>
        </pc:graphicFrameChg>
        <pc:graphicFrameChg chg="add mod modGraphic">
          <ac:chgData name="Ishan Malik" userId="75bbfd951af34ddf" providerId="LiveId" clId="{72EBD0DD-2070-4E6C-9DD9-806D8E44FFC7}" dt="2026-10-15T07:31:46.161" v="582" actId="12385"/>
          <ac:graphicFrameMkLst>
            <pc:docMk/>
            <pc:sldMk cId="4026174918" sldId="264"/>
            <ac:graphicFrameMk id="5" creationId="{9F65E45A-DD54-EC0D-0C83-3B16C612D60F}"/>
          </ac:graphicFrameMkLst>
        </pc:graphicFrameChg>
      </pc:sldChg>
      <pc:sldChg chg="addSp delSp modSp new mod delAnim modAnim">
        <pc:chgData name="Ishan Malik" userId="75bbfd951af34ddf" providerId="LiveId" clId="{72EBD0DD-2070-4E6C-9DD9-806D8E44FFC7}" dt="2026-10-15T07:42:49.627" v="688"/>
        <pc:sldMkLst>
          <pc:docMk/>
          <pc:sldMk cId="2291807308" sldId="265"/>
        </pc:sldMkLst>
        <pc:spChg chg="mod">
          <ac:chgData name="Ishan Malik" userId="75bbfd951af34ddf" providerId="LiveId" clId="{72EBD0DD-2070-4E6C-9DD9-806D8E44FFC7}" dt="2026-10-15T07:24:54.286" v="550" actId="20577"/>
          <ac:spMkLst>
            <pc:docMk/>
            <pc:sldMk cId="2291807308" sldId="265"/>
            <ac:spMk id="2" creationId="{F08B724C-83FB-E8FA-5ACC-7FDB76B10CF4}"/>
          </ac:spMkLst>
        </pc:spChg>
        <pc:spChg chg="mod">
          <ac:chgData name="Ishan Malik" userId="75bbfd951af34ddf" providerId="LiveId" clId="{72EBD0DD-2070-4E6C-9DD9-806D8E44FFC7}" dt="2026-10-15T07:33:13.332" v="590" actId="1076"/>
          <ac:spMkLst>
            <pc:docMk/>
            <pc:sldMk cId="2291807308" sldId="265"/>
            <ac:spMk id="3" creationId="{9B1D57EB-1682-7C61-984E-3788C903A9CC}"/>
          </ac:spMkLst>
        </pc:spChg>
        <pc:spChg chg="add mod">
          <ac:chgData name="Ishan Malik" userId="75bbfd951af34ddf" providerId="LiveId" clId="{72EBD0DD-2070-4E6C-9DD9-806D8E44FFC7}" dt="2026-10-15T07:27:35.914" v="562" actId="1076"/>
          <ac:spMkLst>
            <pc:docMk/>
            <pc:sldMk cId="2291807308" sldId="265"/>
            <ac:spMk id="6" creationId="{E6AE258E-B5A3-4EFB-74A4-E503D275AC80}"/>
          </ac:spMkLst>
        </pc:spChg>
        <pc:spChg chg="add del">
          <ac:chgData name="Ishan Malik" userId="75bbfd951af34ddf" providerId="LiveId" clId="{72EBD0DD-2070-4E6C-9DD9-806D8E44FFC7}" dt="2026-10-15T07:32:40.398" v="586" actId="22"/>
          <ac:spMkLst>
            <pc:docMk/>
            <pc:sldMk cId="2291807308" sldId="265"/>
            <ac:spMk id="9" creationId="{EDB3F79E-7320-8682-29EC-1548025B622A}"/>
          </ac:spMkLst>
        </pc:spChg>
        <pc:graphicFrameChg chg="add del mod modGraphic">
          <ac:chgData name="Ishan Malik" userId="75bbfd951af34ddf" providerId="LiveId" clId="{72EBD0DD-2070-4E6C-9DD9-806D8E44FFC7}" dt="2026-10-15T07:27:55.514" v="566" actId="478"/>
          <ac:graphicFrameMkLst>
            <pc:docMk/>
            <pc:sldMk cId="2291807308" sldId="265"/>
            <ac:graphicFrameMk id="4" creationId="{A04C9D91-B457-C541-1FCF-F33D654512E8}"/>
          </ac:graphicFrameMkLst>
        </pc:graphicFrameChg>
        <pc:graphicFrameChg chg="add del mod modGraphic">
          <ac:chgData name="Ishan Malik" userId="75bbfd951af34ddf" providerId="LiveId" clId="{72EBD0DD-2070-4E6C-9DD9-806D8E44FFC7}" dt="2026-10-15T07:32:36.454" v="583" actId="478"/>
          <ac:graphicFrameMkLst>
            <pc:docMk/>
            <pc:sldMk cId="2291807308" sldId="265"/>
            <ac:graphicFrameMk id="7" creationId="{D56B3D6B-C17E-C6FF-CC01-2E45DE417B59}"/>
          </ac:graphicFrameMkLst>
        </pc:graphicFrameChg>
        <pc:graphicFrameChg chg="add del mod modGraphic">
          <ac:chgData name="Ishan Malik" userId="75bbfd951af34ddf" providerId="LiveId" clId="{72EBD0DD-2070-4E6C-9DD9-806D8E44FFC7}" dt="2026-10-15T07:33:55.100" v="596" actId="21"/>
          <ac:graphicFrameMkLst>
            <pc:docMk/>
            <pc:sldMk cId="2291807308" sldId="265"/>
            <ac:graphicFrameMk id="10" creationId="{51777D86-92C0-75B9-ADCB-7B35610DA998}"/>
          </ac:graphicFrameMkLst>
        </pc:graphicFrameChg>
        <pc:graphicFrameChg chg="add mod modGraphic">
          <ac:chgData name="Ishan Malik" userId="75bbfd951af34ddf" providerId="LiveId" clId="{72EBD0DD-2070-4E6C-9DD9-806D8E44FFC7}" dt="2026-10-15T07:37:51.951" v="628" actId="403"/>
          <ac:graphicFrameMkLst>
            <pc:docMk/>
            <pc:sldMk cId="2291807308" sldId="265"/>
            <ac:graphicFrameMk id="11" creationId="{187911B5-FDB4-0365-ACB6-298232E6EB31}"/>
          </ac:graphicFrameMkLst>
        </pc:graphicFrameChg>
      </pc:sldChg>
      <pc:sldChg chg="addSp delSp modSp new mod modAnim">
        <pc:chgData name="Ishan Malik" userId="75bbfd951af34ddf" providerId="LiveId" clId="{72EBD0DD-2070-4E6C-9DD9-806D8E44FFC7}" dt="2026-10-15T07:46:39.465" v="696" actId="27636"/>
        <pc:sldMkLst>
          <pc:docMk/>
          <pc:sldMk cId="3995226230" sldId="266"/>
        </pc:sldMkLst>
        <pc:spChg chg="mod">
          <ac:chgData name="Ishan Malik" userId="75bbfd951af34ddf" providerId="LiveId" clId="{72EBD0DD-2070-4E6C-9DD9-806D8E44FFC7}" dt="2026-10-15T07:38:18.459" v="629"/>
          <ac:spMkLst>
            <pc:docMk/>
            <pc:sldMk cId="3995226230" sldId="266"/>
            <ac:spMk id="2" creationId="{3640D874-FD6F-6AE5-92CB-95E055E2C40C}"/>
          </ac:spMkLst>
        </pc:spChg>
        <pc:spChg chg="del">
          <ac:chgData name="Ishan Malik" userId="75bbfd951af34ddf" providerId="LiveId" clId="{72EBD0DD-2070-4E6C-9DD9-806D8E44FFC7}" dt="2026-10-15T07:34:02.084" v="598" actId="22"/>
          <ac:spMkLst>
            <pc:docMk/>
            <pc:sldMk cId="3995226230" sldId="266"/>
            <ac:spMk id="3" creationId="{B1742E56-FE90-3058-5FDB-52B62B9FABD1}"/>
          </ac:spMkLst>
        </pc:spChg>
        <pc:spChg chg="add mod">
          <ac:chgData name="Ishan Malik" userId="75bbfd951af34ddf" providerId="LiveId" clId="{72EBD0DD-2070-4E6C-9DD9-806D8E44FFC7}" dt="2026-10-15T07:46:39.465" v="696" actId="27636"/>
          <ac:spMkLst>
            <pc:docMk/>
            <pc:sldMk cId="3995226230" sldId="266"/>
            <ac:spMk id="7" creationId="{F42AEDB3-C035-A74A-7609-464A8BE86DCE}"/>
          </ac:spMkLst>
        </pc:spChg>
        <pc:graphicFrameChg chg="add del mod modGraphic">
          <ac:chgData name="Ishan Malik" userId="75bbfd951af34ddf" providerId="LiveId" clId="{72EBD0DD-2070-4E6C-9DD9-806D8E44FFC7}" dt="2026-10-15T07:38:23.216" v="630" actId="478"/>
          <ac:graphicFrameMkLst>
            <pc:docMk/>
            <pc:sldMk cId="3995226230" sldId="266"/>
            <ac:graphicFrameMk id="5" creationId="{A0CDF35C-1096-4FE8-180F-CADD0DE74A9D}"/>
          </ac:graphicFrameMkLst>
        </pc:graphicFrameChg>
      </pc:sldChg>
      <pc:sldChg chg="addSp delSp modSp new mod">
        <pc:chgData name="Ishan Malik" userId="75bbfd951af34ddf" providerId="LiveId" clId="{72EBD0DD-2070-4E6C-9DD9-806D8E44FFC7}" dt="2026-10-15T08:33:46.564" v="797" actId="22"/>
        <pc:sldMkLst>
          <pc:docMk/>
          <pc:sldMk cId="1470263754" sldId="267"/>
        </pc:sldMkLst>
        <pc:spChg chg="mod">
          <ac:chgData name="Ishan Malik" userId="75bbfd951af34ddf" providerId="LiveId" clId="{72EBD0DD-2070-4E6C-9DD9-806D8E44FFC7}" dt="2026-10-15T07:53:53.408" v="761"/>
          <ac:spMkLst>
            <pc:docMk/>
            <pc:sldMk cId="1470263754" sldId="267"/>
            <ac:spMk id="2" creationId="{4AA47386-C18C-8876-F2B0-B76C88606048}"/>
          </ac:spMkLst>
        </pc:spChg>
        <pc:spChg chg="mod">
          <ac:chgData name="Ishan Malik" userId="75bbfd951af34ddf" providerId="LiveId" clId="{72EBD0DD-2070-4E6C-9DD9-806D8E44FFC7}" dt="2026-10-15T08:06:50.777" v="794" actId="5793"/>
          <ac:spMkLst>
            <pc:docMk/>
            <pc:sldMk cId="1470263754" sldId="267"/>
            <ac:spMk id="3" creationId="{71A66112-7AE0-C0C5-0A45-B422F7D3A40F}"/>
          </ac:spMkLst>
        </pc:spChg>
        <pc:graphicFrameChg chg="add mod modGraphic">
          <ac:chgData name="Ishan Malik" userId="75bbfd951af34ddf" providerId="LiveId" clId="{72EBD0DD-2070-4E6C-9DD9-806D8E44FFC7}" dt="2026-10-15T08:07:02.815" v="795" actId="1076"/>
          <ac:graphicFrameMkLst>
            <pc:docMk/>
            <pc:sldMk cId="1470263754" sldId="267"/>
            <ac:graphicFrameMk id="4" creationId="{39B5D98D-1F51-FFDA-72B9-F886B3D28E02}"/>
          </ac:graphicFrameMkLst>
        </pc:graphicFrameChg>
        <pc:picChg chg="add del">
          <ac:chgData name="Ishan Malik" userId="75bbfd951af34ddf" providerId="LiveId" clId="{72EBD0DD-2070-4E6C-9DD9-806D8E44FFC7}" dt="2026-10-15T08:33:46.564" v="797" actId="22"/>
          <ac:picMkLst>
            <pc:docMk/>
            <pc:sldMk cId="1470263754" sldId="267"/>
            <ac:picMk id="6" creationId="{7672D308-EF12-9A4F-4155-90D98573F448}"/>
          </ac:picMkLst>
        </pc:picChg>
      </pc:sldChg>
      <pc:sldChg chg="modSp add mod addAnim delAnim modAnim">
        <pc:chgData name="Ishan Malik" userId="75bbfd951af34ddf" providerId="LiveId" clId="{72EBD0DD-2070-4E6C-9DD9-806D8E44FFC7}" dt="2026-10-15T07:49:33.305" v="749" actId="20577"/>
        <pc:sldMkLst>
          <pc:docMk/>
          <pc:sldMk cId="667251525" sldId="268"/>
        </pc:sldMkLst>
        <pc:spChg chg="mod">
          <ac:chgData name="Ishan Malik" userId="75bbfd951af34ddf" providerId="LiveId" clId="{72EBD0DD-2070-4E6C-9DD9-806D8E44FFC7}" dt="2026-10-15T07:49:33.305" v="749" actId="20577"/>
          <ac:spMkLst>
            <pc:docMk/>
            <pc:sldMk cId="667251525" sldId="268"/>
            <ac:spMk id="7" creationId="{D88F3873-F92F-4525-5926-6E6450E30102}"/>
          </ac:spMkLst>
        </pc:spChg>
      </pc:sldChg>
      <pc:sldChg chg="modSp add mod">
        <pc:chgData name="Ishan Malik" userId="75bbfd951af34ddf" providerId="LiveId" clId="{72EBD0DD-2070-4E6C-9DD9-806D8E44FFC7}" dt="2026-10-15T07:51:44.415" v="760"/>
        <pc:sldMkLst>
          <pc:docMk/>
          <pc:sldMk cId="2202625963" sldId="269"/>
        </pc:sldMkLst>
        <pc:spChg chg="mod">
          <ac:chgData name="Ishan Malik" userId="75bbfd951af34ddf" providerId="LiveId" clId="{72EBD0DD-2070-4E6C-9DD9-806D8E44FFC7}" dt="2026-10-15T07:51:44.415" v="760"/>
          <ac:spMkLst>
            <pc:docMk/>
            <pc:sldMk cId="2202625963" sldId="269"/>
            <ac:spMk id="7" creationId="{853F962F-EBF3-2359-22A7-A71A98D2CB88}"/>
          </ac:spMkLst>
        </pc:spChg>
      </pc:sldChg>
      <pc:sldChg chg="modSp add modAnim">
        <pc:chgData name="Ishan Malik" userId="75bbfd951af34ddf" providerId="LiveId" clId="{72EBD0DD-2070-4E6C-9DD9-806D8E44FFC7}" dt="2026-10-15T07:57:32.543" v="785" actId="20577"/>
        <pc:sldMkLst>
          <pc:docMk/>
          <pc:sldMk cId="2654771116" sldId="270"/>
        </pc:sldMkLst>
        <pc:spChg chg="mod">
          <ac:chgData name="Ishan Malik" userId="75bbfd951af34ddf" providerId="LiveId" clId="{72EBD0DD-2070-4E6C-9DD9-806D8E44FFC7}" dt="2026-10-15T07:57:32.543" v="785" actId="20577"/>
          <ac:spMkLst>
            <pc:docMk/>
            <pc:sldMk cId="2654771116" sldId="270"/>
            <ac:spMk id="7" creationId="{5E674EAF-97EA-5EB8-0047-9477BC8C8F0A}"/>
          </ac:spMkLst>
        </pc:spChg>
      </pc:sldChg>
      <pc:sldChg chg="addSp delSp new mod">
        <pc:chgData name="Ishan Malik" userId="75bbfd951af34ddf" providerId="LiveId" clId="{72EBD0DD-2070-4E6C-9DD9-806D8E44FFC7}" dt="2026-10-15T09:08:56.857" v="856" actId="22"/>
        <pc:sldMkLst>
          <pc:docMk/>
          <pc:sldMk cId="3419245707" sldId="271"/>
        </pc:sldMkLst>
        <pc:spChg chg="del">
          <ac:chgData name="Ishan Malik" userId="75bbfd951af34ddf" providerId="LiveId" clId="{72EBD0DD-2070-4E6C-9DD9-806D8E44FFC7}" dt="2026-10-15T08:50:23.539" v="853" actId="478"/>
          <ac:spMkLst>
            <pc:docMk/>
            <pc:sldMk cId="3419245707" sldId="271"/>
            <ac:spMk id="2" creationId="{BA2705E1-307F-1F14-1D3E-DC66E3E64042}"/>
          </ac:spMkLst>
        </pc:spChg>
        <pc:spChg chg="del">
          <ac:chgData name="Ishan Malik" userId="75bbfd951af34ddf" providerId="LiveId" clId="{72EBD0DD-2070-4E6C-9DD9-806D8E44FFC7}" dt="2026-10-15T08:50:23.539" v="853" actId="478"/>
          <ac:spMkLst>
            <pc:docMk/>
            <pc:sldMk cId="3419245707" sldId="271"/>
            <ac:spMk id="3" creationId="{9F48341D-FC3A-BC18-3155-1BA133CD7A68}"/>
          </ac:spMkLst>
        </pc:spChg>
        <pc:picChg chg="add del">
          <ac:chgData name="Ishan Malik" userId="75bbfd951af34ddf" providerId="LiveId" clId="{72EBD0DD-2070-4E6C-9DD9-806D8E44FFC7}" dt="2026-10-15T08:50:20.396" v="852" actId="478"/>
          <ac:picMkLst>
            <pc:docMk/>
            <pc:sldMk cId="3419245707" sldId="271"/>
            <ac:picMk id="5" creationId="{7E4804C0-C2FA-A4B9-553F-EBE240C9B71B}"/>
          </ac:picMkLst>
        </pc:picChg>
        <pc:picChg chg="add del">
          <ac:chgData name="Ishan Malik" userId="75bbfd951af34ddf" providerId="LiveId" clId="{72EBD0DD-2070-4E6C-9DD9-806D8E44FFC7}" dt="2026-10-15T09:08:55.869" v="855" actId="478"/>
          <ac:picMkLst>
            <pc:docMk/>
            <pc:sldMk cId="3419245707" sldId="271"/>
            <ac:picMk id="7" creationId="{29ED995D-2413-BD72-E6AF-C75F3C4C253E}"/>
          </ac:picMkLst>
        </pc:picChg>
        <pc:picChg chg="add">
          <ac:chgData name="Ishan Malik" userId="75bbfd951af34ddf" providerId="LiveId" clId="{72EBD0DD-2070-4E6C-9DD9-806D8E44FFC7}" dt="2026-10-15T09:08:56.857" v="856" actId="22"/>
          <ac:picMkLst>
            <pc:docMk/>
            <pc:sldMk cId="3419245707" sldId="271"/>
            <ac:picMk id="9" creationId="{93008E48-16C4-C8BC-87ED-ED15B8426FE1}"/>
          </ac:picMkLst>
        </pc:picChg>
      </pc:sldChg>
      <pc:sldChg chg="addSp delSp modSp new mod">
        <pc:chgData name="Ishan Malik" userId="75bbfd951af34ddf" providerId="LiveId" clId="{72EBD0DD-2070-4E6C-9DD9-806D8E44FFC7}" dt="2026-10-15T08:40:30.426" v="851" actId="20577"/>
        <pc:sldMkLst>
          <pc:docMk/>
          <pc:sldMk cId="438164990" sldId="272"/>
        </pc:sldMkLst>
        <pc:spChg chg="mod">
          <ac:chgData name="Ishan Malik" userId="75bbfd951af34ddf" providerId="LiveId" clId="{72EBD0DD-2070-4E6C-9DD9-806D8E44FFC7}" dt="2026-10-15T08:35:17.852" v="801"/>
          <ac:spMkLst>
            <pc:docMk/>
            <pc:sldMk cId="438164990" sldId="272"/>
            <ac:spMk id="2" creationId="{46D70DF2-53D0-129D-103E-29B346A13736}"/>
          </ac:spMkLst>
        </pc:spChg>
        <pc:spChg chg="del">
          <ac:chgData name="Ishan Malik" userId="75bbfd951af34ddf" providerId="LiveId" clId="{72EBD0DD-2070-4E6C-9DD9-806D8E44FFC7}" dt="2026-10-15T08:35:26.187" v="802" actId="3680"/>
          <ac:spMkLst>
            <pc:docMk/>
            <pc:sldMk cId="438164990" sldId="272"/>
            <ac:spMk id="3" creationId="{EDE3BF71-B75F-FA07-AEFD-C11D295925EA}"/>
          </ac:spMkLst>
        </pc:spChg>
        <pc:graphicFrameChg chg="add mod ord modGraphic">
          <ac:chgData name="Ishan Malik" userId="75bbfd951af34ddf" providerId="LiveId" clId="{72EBD0DD-2070-4E6C-9DD9-806D8E44FFC7}" dt="2026-10-15T08:40:30.426" v="851" actId="20577"/>
          <ac:graphicFrameMkLst>
            <pc:docMk/>
            <pc:sldMk cId="438164990" sldId="272"/>
            <ac:graphicFrameMk id="4" creationId="{78BB4A96-6D89-3654-4821-CD128694554F}"/>
          </ac:graphicFrameMkLst>
        </pc:graphicFrameChg>
      </pc:sldChg>
      <pc:sldChg chg="addSp delSp new mod">
        <pc:chgData name="Ishan Malik" userId="75bbfd951af34ddf" providerId="LiveId" clId="{72EBD0DD-2070-4E6C-9DD9-806D8E44FFC7}" dt="2026-10-15T09:25:41.937" v="859" actId="22"/>
        <pc:sldMkLst>
          <pc:docMk/>
          <pc:sldMk cId="3004590571" sldId="273"/>
        </pc:sldMkLst>
        <pc:spChg chg="del">
          <ac:chgData name="Ishan Malik" userId="75bbfd951af34ddf" providerId="LiveId" clId="{72EBD0DD-2070-4E6C-9DD9-806D8E44FFC7}" dt="2026-10-15T09:25:41.108" v="858" actId="478"/>
          <ac:spMkLst>
            <pc:docMk/>
            <pc:sldMk cId="3004590571" sldId="273"/>
            <ac:spMk id="2" creationId="{3CFE48D2-6E89-8F9D-DB99-3BAF940536BF}"/>
          </ac:spMkLst>
        </pc:spChg>
        <pc:spChg chg="del">
          <ac:chgData name="Ishan Malik" userId="75bbfd951af34ddf" providerId="LiveId" clId="{72EBD0DD-2070-4E6C-9DD9-806D8E44FFC7}" dt="2026-10-15T09:25:41.108" v="858" actId="478"/>
          <ac:spMkLst>
            <pc:docMk/>
            <pc:sldMk cId="3004590571" sldId="273"/>
            <ac:spMk id="3" creationId="{27CF3F75-04FA-5391-9396-6D475DFD3C02}"/>
          </ac:spMkLst>
        </pc:spChg>
        <pc:picChg chg="add">
          <ac:chgData name="Ishan Malik" userId="75bbfd951af34ddf" providerId="LiveId" clId="{72EBD0DD-2070-4E6C-9DD9-806D8E44FFC7}" dt="2026-10-15T09:25:41.937" v="859" actId="22"/>
          <ac:picMkLst>
            <pc:docMk/>
            <pc:sldMk cId="3004590571" sldId="273"/>
            <ac:picMk id="5" creationId="{63B8BAB2-1773-0D3C-EABE-E5035F97EE2D}"/>
          </ac:picMkLst>
        </pc:picChg>
      </pc:sldChg>
      <pc:sldChg chg="modSp new mod modAnim">
        <pc:chgData name="Ishan Malik" userId="75bbfd951af34ddf" providerId="LiveId" clId="{72EBD0DD-2070-4E6C-9DD9-806D8E44FFC7}" dt="2026-10-15T10:27:49.982" v="1023"/>
        <pc:sldMkLst>
          <pc:docMk/>
          <pc:sldMk cId="3407624086" sldId="274"/>
        </pc:sldMkLst>
        <pc:spChg chg="mod">
          <ac:chgData name="Ishan Malik" userId="75bbfd951af34ddf" providerId="LiveId" clId="{72EBD0DD-2070-4E6C-9DD9-806D8E44FFC7}" dt="2026-10-15T10:07:38.354" v="920" actId="21"/>
          <ac:spMkLst>
            <pc:docMk/>
            <pc:sldMk cId="3407624086" sldId="274"/>
            <ac:spMk id="2" creationId="{4F24491D-DD19-104D-D344-54E44DC8DFBE}"/>
          </ac:spMkLst>
        </pc:spChg>
        <pc:spChg chg="mod">
          <ac:chgData name="Ishan Malik" userId="75bbfd951af34ddf" providerId="LiveId" clId="{72EBD0DD-2070-4E6C-9DD9-806D8E44FFC7}" dt="2026-10-15T09:50:22.588" v="907" actId="20577"/>
          <ac:spMkLst>
            <pc:docMk/>
            <pc:sldMk cId="3407624086" sldId="274"/>
            <ac:spMk id="3" creationId="{3D3B7EE9-6C03-9023-42C2-04DC40DE212C}"/>
          </ac:spMkLst>
        </pc:spChg>
      </pc:sldChg>
      <pc:sldChg chg="addSp delSp new mod ord">
        <pc:chgData name="Ishan Malik" userId="75bbfd951af34ddf" providerId="LiveId" clId="{72EBD0DD-2070-4E6C-9DD9-806D8E44FFC7}" dt="2026-10-15T10:07:21.778" v="916"/>
        <pc:sldMkLst>
          <pc:docMk/>
          <pc:sldMk cId="2354652943" sldId="275"/>
        </pc:sldMkLst>
        <pc:spChg chg="del">
          <ac:chgData name="Ishan Malik" userId="75bbfd951af34ddf" providerId="LiveId" clId="{72EBD0DD-2070-4E6C-9DD9-806D8E44FFC7}" dt="2026-10-15T10:05:45.500" v="911" actId="478"/>
          <ac:spMkLst>
            <pc:docMk/>
            <pc:sldMk cId="2354652943" sldId="275"/>
            <ac:spMk id="2" creationId="{25A0A012-F237-30B1-5E65-582FE3B36EA9}"/>
          </ac:spMkLst>
        </pc:spChg>
        <pc:spChg chg="del">
          <ac:chgData name="Ishan Malik" userId="75bbfd951af34ddf" providerId="LiveId" clId="{72EBD0DD-2070-4E6C-9DD9-806D8E44FFC7}" dt="2026-10-15T10:05:45.500" v="911" actId="478"/>
          <ac:spMkLst>
            <pc:docMk/>
            <pc:sldMk cId="2354652943" sldId="275"/>
            <ac:spMk id="3" creationId="{20FDB3C5-F84F-EA4F-C4EF-F79731514BB5}"/>
          </ac:spMkLst>
        </pc:spChg>
        <pc:spChg chg="add del">
          <ac:chgData name="Ishan Malik" userId="75bbfd951af34ddf" providerId="LiveId" clId="{72EBD0DD-2070-4E6C-9DD9-806D8E44FFC7}" dt="2026-10-15T10:05:24.560" v="910" actId="22"/>
          <ac:spMkLst>
            <pc:docMk/>
            <pc:sldMk cId="2354652943" sldId="275"/>
            <ac:spMk id="5" creationId="{8FC8F503-507F-5CB3-CFC8-D63691D4507B}"/>
          </ac:spMkLst>
        </pc:spChg>
        <pc:picChg chg="add del">
          <ac:chgData name="Ishan Malik" userId="75bbfd951af34ddf" providerId="LiveId" clId="{72EBD0DD-2070-4E6C-9DD9-806D8E44FFC7}" dt="2026-10-15T10:06:58.093" v="913" actId="478"/>
          <ac:picMkLst>
            <pc:docMk/>
            <pc:sldMk cId="2354652943" sldId="275"/>
            <ac:picMk id="7" creationId="{C6FD2344-1B0D-AA0E-CF57-569B1F8CDFC4}"/>
          </ac:picMkLst>
        </pc:picChg>
        <pc:picChg chg="add">
          <ac:chgData name="Ishan Malik" userId="75bbfd951af34ddf" providerId="LiveId" clId="{72EBD0DD-2070-4E6C-9DD9-806D8E44FFC7}" dt="2026-10-15T10:06:58.538" v="914" actId="22"/>
          <ac:picMkLst>
            <pc:docMk/>
            <pc:sldMk cId="2354652943" sldId="275"/>
            <ac:picMk id="9" creationId="{6FAEB68C-BAA0-2212-3341-942C88174D21}"/>
          </ac:picMkLst>
        </pc:picChg>
      </pc:sldChg>
      <pc:sldChg chg="addSp delSp modSp new mod modClrScheme chgLayout">
        <pc:chgData name="Ishan Malik" userId="75bbfd951af34ddf" providerId="LiveId" clId="{72EBD0DD-2070-4E6C-9DD9-806D8E44FFC7}" dt="2026-10-15T10:12:15.355" v="969" actId="1076"/>
        <pc:sldMkLst>
          <pc:docMk/>
          <pc:sldMk cId="1653929487" sldId="276"/>
        </pc:sldMkLst>
        <pc:spChg chg="mod ord">
          <ac:chgData name="Ishan Malik" userId="75bbfd951af34ddf" providerId="LiveId" clId="{72EBD0DD-2070-4E6C-9DD9-806D8E44FFC7}" dt="2026-10-15T10:08:44.968" v="932" actId="700"/>
          <ac:spMkLst>
            <pc:docMk/>
            <pc:sldMk cId="1653929487" sldId="276"/>
            <ac:spMk id="2" creationId="{585A4226-1591-914E-F723-B5A2AECCF92E}"/>
          </ac:spMkLst>
        </pc:spChg>
        <pc:spChg chg="mod ord">
          <ac:chgData name="Ishan Malik" userId="75bbfd951af34ddf" providerId="LiveId" clId="{72EBD0DD-2070-4E6C-9DD9-806D8E44FFC7}" dt="2026-10-15T10:11:44.705" v="964" actId="14100"/>
          <ac:spMkLst>
            <pc:docMk/>
            <pc:sldMk cId="1653929487" sldId="276"/>
            <ac:spMk id="3" creationId="{4A282AB2-DCC0-F61C-F6DB-52E736AC7D06}"/>
          </ac:spMkLst>
        </pc:spChg>
        <pc:spChg chg="add del mod ord">
          <ac:chgData name="Ishan Malik" userId="75bbfd951af34ddf" providerId="LiveId" clId="{72EBD0DD-2070-4E6C-9DD9-806D8E44FFC7}" dt="2026-10-15T10:09:59.078" v="951" actId="478"/>
          <ac:spMkLst>
            <pc:docMk/>
            <pc:sldMk cId="1653929487" sldId="276"/>
            <ac:spMk id="4" creationId="{3C16A507-9033-10AF-3652-FD09A842084C}"/>
          </ac:spMkLst>
        </pc:spChg>
        <pc:graphicFrameChg chg="add mod modGraphic">
          <ac:chgData name="Ishan Malik" userId="75bbfd951af34ddf" providerId="LiveId" clId="{72EBD0DD-2070-4E6C-9DD9-806D8E44FFC7}" dt="2026-10-15T10:12:15.355" v="969" actId="1076"/>
          <ac:graphicFrameMkLst>
            <pc:docMk/>
            <pc:sldMk cId="1653929487" sldId="276"/>
            <ac:graphicFrameMk id="13" creationId="{2F81C5C2-734A-43C3-35BB-DD8BDF72678E}"/>
          </ac:graphicFrameMkLst>
        </pc:graphicFrameChg>
        <pc:picChg chg="add del mod ord">
          <ac:chgData name="Ishan Malik" userId="75bbfd951af34ddf" providerId="LiveId" clId="{72EBD0DD-2070-4E6C-9DD9-806D8E44FFC7}" dt="2026-10-15T10:09:22.751" v="934" actId="22"/>
          <ac:picMkLst>
            <pc:docMk/>
            <pc:sldMk cId="1653929487" sldId="276"/>
            <ac:picMk id="6" creationId="{F8BB42F1-72A2-2744-7BD5-B03984527B30}"/>
          </ac:picMkLst>
        </pc:picChg>
        <pc:picChg chg="add del mod ord">
          <ac:chgData name="Ishan Malik" userId="75bbfd951af34ddf" providerId="LiveId" clId="{72EBD0DD-2070-4E6C-9DD9-806D8E44FFC7}" dt="2026-10-15T10:09:29.518" v="940" actId="22"/>
          <ac:picMkLst>
            <pc:docMk/>
            <pc:sldMk cId="1653929487" sldId="276"/>
            <ac:picMk id="8" creationId="{B681D55E-200F-A39E-0FF1-72E44C9AC18C}"/>
          </ac:picMkLst>
        </pc:picChg>
        <pc:picChg chg="add del mod ord">
          <ac:chgData name="Ishan Malik" userId="75bbfd951af34ddf" providerId="LiveId" clId="{72EBD0DD-2070-4E6C-9DD9-806D8E44FFC7}" dt="2026-10-15T10:09:31.815" v="942" actId="22"/>
          <ac:picMkLst>
            <pc:docMk/>
            <pc:sldMk cId="1653929487" sldId="276"/>
            <ac:picMk id="10" creationId="{EA4BF0F5-770C-476C-1DBA-D92AD327A0C4}"/>
          </ac:picMkLst>
        </pc:picChg>
        <pc:picChg chg="add mod modCrop">
          <ac:chgData name="Ishan Malik" userId="75bbfd951af34ddf" providerId="LiveId" clId="{72EBD0DD-2070-4E6C-9DD9-806D8E44FFC7}" dt="2026-10-15T10:10:20.488" v="956" actId="1076"/>
          <ac:picMkLst>
            <pc:docMk/>
            <pc:sldMk cId="1653929487" sldId="276"/>
            <ac:picMk id="12" creationId="{87C3EECF-2E54-E0CA-922F-14FF24C63382}"/>
          </ac:picMkLst>
        </pc:picChg>
      </pc:sldChg>
      <pc:sldChg chg="modSp add mod ord">
        <pc:chgData name="Ishan Malik" userId="75bbfd951af34ddf" providerId="LiveId" clId="{72EBD0DD-2070-4E6C-9DD9-806D8E44FFC7}" dt="2026-10-15T10:29:12.007" v="1025" actId="27636"/>
        <pc:sldMkLst>
          <pc:docMk/>
          <pc:sldMk cId="3891059325" sldId="277"/>
        </pc:sldMkLst>
        <pc:spChg chg="mod">
          <ac:chgData name="Ishan Malik" userId="75bbfd951af34ddf" providerId="LiveId" clId="{72EBD0DD-2070-4E6C-9DD9-806D8E44FFC7}" dt="2026-10-15T10:29:12.007" v="1025" actId="27636"/>
          <ac:spMkLst>
            <pc:docMk/>
            <pc:sldMk cId="3891059325" sldId="277"/>
            <ac:spMk id="7" creationId="{4335A9B9-B5ED-B509-B676-01984D877C3A}"/>
          </ac:spMkLst>
        </pc:spChg>
      </pc:sldChg>
      <pc:sldChg chg="addSp delSp new mod ord">
        <pc:chgData name="Ishan Malik" userId="75bbfd951af34ddf" providerId="LiveId" clId="{72EBD0DD-2070-4E6C-9DD9-806D8E44FFC7}" dt="2026-10-15T10:24:20.260" v="997" actId="22"/>
        <pc:sldMkLst>
          <pc:docMk/>
          <pc:sldMk cId="1166344116" sldId="278"/>
        </pc:sldMkLst>
        <pc:spChg chg="del">
          <ac:chgData name="Ishan Malik" userId="75bbfd951af34ddf" providerId="LiveId" clId="{72EBD0DD-2070-4E6C-9DD9-806D8E44FFC7}" dt="2026-10-15T10:24:19.490" v="996" actId="478"/>
          <ac:spMkLst>
            <pc:docMk/>
            <pc:sldMk cId="1166344116" sldId="278"/>
            <ac:spMk id="2" creationId="{40CFB598-E120-AFF0-AA49-A9D3EAC95221}"/>
          </ac:spMkLst>
        </pc:spChg>
        <pc:spChg chg="del">
          <ac:chgData name="Ishan Malik" userId="75bbfd951af34ddf" providerId="LiveId" clId="{72EBD0DD-2070-4E6C-9DD9-806D8E44FFC7}" dt="2026-10-15T10:24:19.490" v="996" actId="478"/>
          <ac:spMkLst>
            <pc:docMk/>
            <pc:sldMk cId="1166344116" sldId="278"/>
            <ac:spMk id="3" creationId="{0935DA97-FEB8-1A34-7C19-9188E5BF0584}"/>
          </ac:spMkLst>
        </pc:spChg>
        <pc:picChg chg="add">
          <ac:chgData name="Ishan Malik" userId="75bbfd951af34ddf" providerId="LiveId" clId="{72EBD0DD-2070-4E6C-9DD9-806D8E44FFC7}" dt="2026-10-15T10:24:20.260" v="997" actId="22"/>
          <ac:picMkLst>
            <pc:docMk/>
            <pc:sldMk cId="1166344116" sldId="278"/>
            <ac:picMk id="5" creationId="{83D153D0-246C-CF27-3A49-4301D55F1694}"/>
          </ac:picMkLst>
        </pc:picChg>
      </pc:sldChg>
      <pc:sldChg chg="add del">
        <pc:chgData name="Ishan Malik" userId="75bbfd951af34ddf" providerId="LiveId" clId="{72EBD0DD-2070-4E6C-9DD9-806D8E44FFC7}" dt="2026-10-15T10:12:57.809" v="974" actId="2890"/>
        <pc:sldMkLst>
          <pc:docMk/>
          <pc:sldMk cId="2220495312" sldId="278"/>
        </pc:sldMkLst>
      </pc:sldChg>
      <pc:sldChg chg="modSp add mod">
        <pc:chgData name="Ishan Malik" userId="75bbfd951af34ddf" providerId="LiveId" clId="{72EBD0DD-2070-4E6C-9DD9-806D8E44FFC7}" dt="2026-10-15T10:29:16.377" v="1026" actId="5793"/>
        <pc:sldMkLst>
          <pc:docMk/>
          <pc:sldMk cId="3825974804" sldId="279"/>
        </pc:sldMkLst>
        <pc:spChg chg="mod">
          <ac:chgData name="Ishan Malik" userId="75bbfd951af34ddf" providerId="LiveId" clId="{72EBD0DD-2070-4E6C-9DD9-806D8E44FFC7}" dt="2026-10-15T10:29:16.377" v="1026" actId="5793"/>
          <ac:spMkLst>
            <pc:docMk/>
            <pc:sldMk cId="3825974804" sldId="279"/>
            <ac:spMk id="7" creationId="{E942911A-11BF-4CB3-6A32-A82101C0B9F1}"/>
          </ac:spMkLst>
        </pc:spChg>
      </pc:sldChg>
      <pc:sldChg chg="modSp add mod modAnim">
        <pc:chgData name="Ishan Malik" userId="75bbfd951af34ddf" providerId="LiveId" clId="{72EBD0DD-2070-4E6C-9DD9-806D8E44FFC7}" dt="2026-10-15T10:32:03.088" v="1075" actId="20577"/>
        <pc:sldMkLst>
          <pc:docMk/>
          <pc:sldMk cId="2475668265" sldId="280"/>
        </pc:sldMkLst>
        <pc:spChg chg="mod">
          <ac:chgData name="Ishan Malik" userId="75bbfd951af34ddf" providerId="LiveId" clId="{72EBD0DD-2070-4E6C-9DD9-806D8E44FFC7}" dt="2026-10-15T10:32:03.088" v="1075" actId="20577"/>
          <ac:spMkLst>
            <pc:docMk/>
            <pc:sldMk cId="2475668265" sldId="280"/>
            <ac:spMk id="7" creationId="{FDAC2107-5E8A-E041-EE8C-E0E968DEE3DF}"/>
          </ac:spMkLst>
        </pc:spChg>
      </pc:sldChg>
      <pc:sldChg chg="addSp delSp modSp new mod modClrScheme chgLayout">
        <pc:chgData name="Ishan Malik" userId="75bbfd951af34ddf" providerId="LiveId" clId="{72EBD0DD-2070-4E6C-9DD9-806D8E44FFC7}" dt="2026-10-15T10:32:36.197" v="1089" actId="20577"/>
        <pc:sldMkLst>
          <pc:docMk/>
          <pc:sldMk cId="2713321732" sldId="281"/>
        </pc:sldMkLst>
        <pc:spChg chg="del mod ord">
          <ac:chgData name="Ishan Malik" userId="75bbfd951af34ddf" providerId="LiveId" clId="{72EBD0DD-2070-4E6C-9DD9-806D8E44FFC7}" dt="2026-10-15T10:32:26.957" v="1077" actId="700"/>
          <ac:spMkLst>
            <pc:docMk/>
            <pc:sldMk cId="2713321732" sldId="281"/>
            <ac:spMk id="2" creationId="{F51420B0-DD8E-B695-4375-8AB8A341C8FF}"/>
          </ac:spMkLst>
        </pc:spChg>
        <pc:spChg chg="del mod ord">
          <ac:chgData name="Ishan Malik" userId="75bbfd951af34ddf" providerId="LiveId" clId="{72EBD0DD-2070-4E6C-9DD9-806D8E44FFC7}" dt="2026-10-15T10:32:26.957" v="1077" actId="700"/>
          <ac:spMkLst>
            <pc:docMk/>
            <pc:sldMk cId="2713321732" sldId="281"/>
            <ac:spMk id="3" creationId="{F21D829A-02E9-9AAB-6F26-A9E08DCC1B6D}"/>
          </ac:spMkLst>
        </pc:spChg>
        <pc:spChg chg="add mod ord">
          <ac:chgData name="Ishan Malik" userId="75bbfd951af34ddf" providerId="LiveId" clId="{72EBD0DD-2070-4E6C-9DD9-806D8E44FFC7}" dt="2026-10-15T10:32:32.795" v="1082" actId="20577"/>
          <ac:spMkLst>
            <pc:docMk/>
            <pc:sldMk cId="2713321732" sldId="281"/>
            <ac:spMk id="4" creationId="{935FBF8D-4F28-8F8D-005B-7328DFC1D80B}"/>
          </ac:spMkLst>
        </pc:spChg>
        <pc:spChg chg="add mod ord">
          <ac:chgData name="Ishan Malik" userId="75bbfd951af34ddf" providerId="LiveId" clId="{72EBD0DD-2070-4E6C-9DD9-806D8E44FFC7}" dt="2026-10-15T10:32:36.197" v="1089" actId="20577"/>
          <ac:spMkLst>
            <pc:docMk/>
            <pc:sldMk cId="2713321732" sldId="281"/>
            <ac:spMk id="5" creationId="{675D300A-E59D-D6FE-76D4-C6B4DD3E1BEA}"/>
          </ac:spMkLst>
        </pc:spChg>
      </pc:sldChg>
      <pc:sldMasterChg chg="setBg modSldLayout">
        <pc:chgData name="Ishan Malik" userId="75bbfd951af34ddf" providerId="LiveId" clId="{72EBD0DD-2070-4E6C-9DD9-806D8E44FFC7}" dt="2026-10-14T10:36:52.402" v="219"/>
        <pc:sldMasterMkLst>
          <pc:docMk/>
          <pc:sldMasterMk cId="728960141" sldId="2147483648"/>
        </pc:sldMasterMkLst>
        <pc:sldLayoutChg chg="setBg">
          <pc:chgData name="Ishan Malik" userId="75bbfd951af34ddf" providerId="LiveId" clId="{72EBD0DD-2070-4E6C-9DD9-806D8E44FFC7}" dt="2026-10-14T10:36:52.402" v="219"/>
          <pc:sldLayoutMkLst>
            <pc:docMk/>
            <pc:sldMasterMk cId="728960141" sldId="2147483648"/>
            <pc:sldLayoutMk cId="2326669960" sldId="2147483649"/>
          </pc:sldLayoutMkLst>
        </pc:sldLayoutChg>
        <pc:sldLayoutChg chg="setBg">
          <pc:chgData name="Ishan Malik" userId="75bbfd951af34ddf" providerId="LiveId" clId="{72EBD0DD-2070-4E6C-9DD9-806D8E44FFC7}" dt="2026-10-14T10:36:52.402" v="219"/>
          <pc:sldLayoutMkLst>
            <pc:docMk/>
            <pc:sldMasterMk cId="728960141" sldId="2147483648"/>
            <pc:sldLayoutMk cId="983632226" sldId="2147483650"/>
          </pc:sldLayoutMkLst>
        </pc:sldLayoutChg>
        <pc:sldLayoutChg chg="setBg">
          <pc:chgData name="Ishan Malik" userId="75bbfd951af34ddf" providerId="LiveId" clId="{72EBD0DD-2070-4E6C-9DD9-806D8E44FFC7}" dt="2026-10-14T10:36:52.402" v="219"/>
          <pc:sldLayoutMkLst>
            <pc:docMk/>
            <pc:sldMasterMk cId="728960141" sldId="2147483648"/>
            <pc:sldLayoutMk cId="2866695559" sldId="2147483651"/>
          </pc:sldLayoutMkLst>
        </pc:sldLayoutChg>
        <pc:sldLayoutChg chg="setBg">
          <pc:chgData name="Ishan Malik" userId="75bbfd951af34ddf" providerId="LiveId" clId="{72EBD0DD-2070-4E6C-9DD9-806D8E44FFC7}" dt="2026-10-14T10:36:52.402" v="219"/>
          <pc:sldLayoutMkLst>
            <pc:docMk/>
            <pc:sldMasterMk cId="728960141" sldId="2147483648"/>
            <pc:sldLayoutMk cId="3824583638" sldId="2147483652"/>
          </pc:sldLayoutMkLst>
        </pc:sldLayoutChg>
        <pc:sldLayoutChg chg="setBg">
          <pc:chgData name="Ishan Malik" userId="75bbfd951af34ddf" providerId="LiveId" clId="{72EBD0DD-2070-4E6C-9DD9-806D8E44FFC7}" dt="2026-10-14T10:36:52.402" v="219"/>
          <pc:sldLayoutMkLst>
            <pc:docMk/>
            <pc:sldMasterMk cId="728960141" sldId="2147483648"/>
            <pc:sldLayoutMk cId="3864385658" sldId="2147483653"/>
          </pc:sldLayoutMkLst>
        </pc:sldLayoutChg>
        <pc:sldLayoutChg chg="setBg">
          <pc:chgData name="Ishan Malik" userId="75bbfd951af34ddf" providerId="LiveId" clId="{72EBD0DD-2070-4E6C-9DD9-806D8E44FFC7}" dt="2026-10-14T10:36:52.402" v="219"/>
          <pc:sldLayoutMkLst>
            <pc:docMk/>
            <pc:sldMasterMk cId="728960141" sldId="2147483648"/>
            <pc:sldLayoutMk cId="4153403405" sldId="2147483654"/>
          </pc:sldLayoutMkLst>
        </pc:sldLayoutChg>
        <pc:sldLayoutChg chg="setBg">
          <pc:chgData name="Ishan Malik" userId="75bbfd951af34ddf" providerId="LiveId" clId="{72EBD0DD-2070-4E6C-9DD9-806D8E44FFC7}" dt="2026-10-14T10:36:52.402" v="219"/>
          <pc:sldLayoutMkLst>
            <pc:docMk/>
            <pc:sldMasterMk cId="728960141" sldId="2147483648"/>
            <pc:sldLayoutMk cId="2704177020" sldId="2147483655"/>
          </pc:sldLayoutMkLst>
        </pc:sldLayoutChg>
        <pc:sldLayoutChg chg="setBg">
          <pc:chgData name="Ishan Malik" userId="75bbfd951af34ddf" providerId="LiveId" clId="{72EBD0DD-2070-4E6C-9DD9-806D8E44FFC7}" dt="2026-10-14T10:36:52.402" v="219"/>
          <pc:sldLayoutMkLst>
            <pc:docMk/>
            <pc:sldMasterMk cId="728960141" sldId="2147483648"/>
            <pc:sldLayoutMk cId="2493734170" sldId="2147483656"/>
          </pc:sldLayoutMkLst>
        </pc:sldLayoutChg>
        <pc:sldLayoutChg chg="setBg">
          <pc:chgData name="Ishan Malik" userId="75bbfd951af34ddf" providerId="LiveId" clId="{72EBD0DD-2070-4E6C-9DD9-806D8E44FFC7}" dt="2026-10-14T10:36:52.402" v="219"/>
          <pc:sldLayoutMkLst>
            <pc:docMk/>
            <pc:sldMasterMk cId="728960141" sldId="2147483648"/>
            <pc:sldLayoutMk cId="214756221" sldId="2147483657"/>
          </pc:sldLayoutMkLst>
        </pc:sldLayoutChg>
        <pc:sldLayoutChg chg="setBg">
          <pc:chgData name="Ishan Malik" userId="75bbfd951af34ddf" providerId="LiveId" clId="{72EBD0DD-2070-4E6C-9DD9-806D8E44FFC7}" dt="2026-10-14T10:36:52.402" v="219"/>
          <pc:sldLayoutMkLst>
            <pc:docMk/>
            <pc:sldMasterMk cId="728960141" sldId="2147483648"/>
            <pc:sldLayoutMk cId="1464810525" sldId="2147483658"/>
          </pc:sldLayoutMkLst>
        </pc:sldLayoutChg>
        <pc:sldLayoutChg chg="setBg">
          <pc:chgData name="Ishan Malik" userId="75bbfd951af34ddf" providerId="LiveId" clId="{72EBD0DD-2070-4E6C-9DD9-806D8E44FFC7}" dt="2026-10-14T10:36:52.402" v="219"/>
          <pc:sldLayoutMkLst>
            <pc:docMk/>
            <pc:sldMasterMk cId="728960141" sldId="2147483648"/>
            <pc:sldLayoutMk cId="3174787892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2F044-A6BA-5F87-C1FF-DDACAC52CE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2D4A49-D5AC-87B4-F772-A89B40AF6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D3B43-9D9F-E2CF-B74C-04D55DC74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28FDC-6B8E-40DF-9257-75FE5644A8F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0DE62-CE5B-1778-9319-1F3C18124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5D521-E21A-8900-E6D7-E994392DB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8A46D-F663-4EF1-89C1-1133F6D78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669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ED9E3-8579-A08F-A85C-B6564E6EF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8A6C5-A7F9-8038-6F27-25DFCC92E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F3A8C-4FB0-D34E-26B7-17E18AB45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28FDC-6B8E-40DF-9257-75FE5644A8F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7D83F-6E72-9235-C0E8-D79753949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59681-0B16-2DE8-32B8-DAEE52E99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8A46D-F663-4EF1-89C1-1133F6D78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632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6446C-50C7-CF25-82C8-2F39DF407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0CA18-C83C-5245-3661-D9285DB10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F4B98-2E92-562D-132A-72DE8187E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28FDC-6B8E-40DF-9257-75FE5644A8F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28473-060E-BC92-55A2-97CF92D57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55971-1D1E-C4D9-577F-E5BAD5AD1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8A46D-F663-4EF1-89C1-1133F6D78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695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E8EEF-9691-A653-F8E5-5CF291064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B9186-4CB5-0431-B4CC-50688051D4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E70928-234A-796C-63B1-77CEE36D7E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CF6D82-A747-CD67-4B9F-B36E180A9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28FDC-6B8E-40DF-9257-75FE5644A8F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25CEB-9F48-C907-0101-13A22F274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C04C38-CB34-3AC1-AFEE-46DD766C9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8A46D-F663-4EF1-89C1-1133F6D78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583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58C24-AFED-E581-A9A2-36F5518E2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906F-4266-B880-B1AC-DECE95A504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B0F6C3-9208-F7B6-90BA-8B325BAC59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F7B8D4-847D-2AA6-9BC8-319D87B025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9433E5-F99C-0F0C-0E33-667A23C494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FB3594-587D-DF7D-67A6-63E55EB1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28FDC-6B8E-40DF-9257-75FE5644A8F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C0AF81-65D3-1A3D-37D5-626FBA8C9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AE1F9E-67F3-E1BE-833C-CFD462FB2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8A46D-F663-4EF1-89C1-1133F6D78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385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3022A-E5E6-4A21-CD13-9E216462F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3A7AA1-AA9D-47D7-697F-4130AF54C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28FDC-6B8E-40DF-9257-75FE5644A8F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B132E2-A2CC-2BA6-CDD8-A9D9814FD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D5EB30-3CE2-B042-7F7D-E37719740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8A46D-F663-4EF1-89C1-1133F6D78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403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9371C0-3AD5-134C-6192-FB1FC94BD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28FDC-6B8E-40DF-9257-75FE5644A8F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4D4E62-3861-F0FB-C843-AE036C7BB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78338-C7C4-2936-94F6-8C5C05214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8A46D-F663-4EF1-89C1-1133F6D78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177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E4EE0-EB91-7B87-5332-1CAB9518C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54CC7-E843-5D9D-C8E0-2FBA0801B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E06024-83F4-A943-A529-353A64E3F0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9C848B-2BFB-E634-A151-60040CD61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28FDC-6B8E-40DF-9257-75FE5644A8F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8B2F53-D6CE-B777-A31B-4BC5AF097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67C91E-7D19-753C-BA8A-B79BAA95A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8A46D-F663-4EF1-89C1-1133F6D78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734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26AB6-1E48-484A-E402-4D3414E9E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335711-6353-B3C8-83F0-8AA8579C814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1ED933-0DFF-1377-ED47-24B1BFB347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016F23-DE6A-9624-AB22-C4010D0B5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28FDC-6B8E-40DF-9257-75FE5644A8F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EBB379-2E1C-0264-D4E6-20BE7BC02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14FD29-CEEB-75C7-1CB5-25832009E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8A46D-F663-4EF1-89C1-1133F6D78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56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2B655-8CF9-F4D5-A8BA-12FD392FE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C52BA7-6B90-21A6-7B29-67CD5B7BDF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CDFEB-26F3-3722-110D-B39AE2889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28FDC-6B8E-40DF-9257-75FE5644A8F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FB326-06D1-F35E-B4A8-AC722C263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034664-6E21-20A6-204E-44401131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8A46D-F663-4EF1-89C1-1133F6D78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810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74196F-9237-82E3-876E-6F47B84917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63F86F-8BD9-B62F-7F40-0C82F3B41D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EB489-2AF9-9FFE-01A5-4C870F23D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28FDC-6B8E-40DF-9257-75FE5644A8F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BF775-1310-8268-EAC8-7FC1D3C98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DFA71-0CF0-5DE9-797B-3285CE587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8A46D-F663-4EF1-89C1-1133F6D78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787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DC3687-596A-D386-74C0-696A7EEE3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1BC46-EA7D-8730-2EFD-63590CDA2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2D850-747A-6FAF-5D87-37EDB357C0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D28FDC-6B8E-40DF-9257-75FE5644A8F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1D930-1237-9E69-DB63-AD1B9B5FAE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FBC53-84E6-A2B5-975A-0B1824E78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C8A46D-F663-4EF1-89C1-1133F6D78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9601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BE922-BAE3-50B1-0DAD-D819F907FD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HTTP &amp; REST</a:t>
            </a:r>
            <a:br>
              <a:rPr lang="en-US" dirty="0"/>
            </a:br>
            <a:r>
              <a:rPr lang="en-US" dirty="0"/>
              <a:t>Fundamentals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499F40-1378-B6C4-FEF9-D4C004C5AA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Ishaan Malik</a:t>
            </a:r>
          </a:p>
        </p:txBody>
      </p:sp>
    </p:spTree>
    <p:extLst>
      <p:ext uri="{BB962C8B-B14F-4D97-AF65-F5344CB8AC3E}">
        <p14:creationId xmlns:p14="http://schemas.microsoft.com/office/powerpoint/2010/main" val="1438765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2FDBB-D29C-35CD-778A-960B2CDA2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HTTP?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60A7C-0730-CB6F-4882-BC4693C2F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 is the communication mechanism used by browsers, apps, and APIs on the web. </a:t>
            </a:r>
          </a:p>
          <a:p>
            <a:r>
              <a:rPr lang="en-US" dirty="0"/>
              <a:t>Representational State Transfer (REST) is an architectural style commonly used with HTTP.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REST APIs are built on top of HTTP.</a:t>
            </a:r>
          </a:p>
          <a:p>
            <a:r>
              <a:rPr lang="en-US" dirty="0"/>
              <a:t>It tells us how requests are sent and how responses are returned.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946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D868263-F46E-519C-D3EC-841CF2168C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3812"/>
            <a:ext cx="12234628" cy="6834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991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72888-ACB2-6D5A-85D7-4BC31DDD1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Rules for URI &amp; Resource 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84CCC-532C-7004-CEB2-AC36E82E8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Rule 1: Use Nouns (Things), Never Verbs (Actions)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0166AEB-9ECD-250C-558F-43F41AE6B7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20016"/>
              </p:ext>
            </p:extLst>
          </p:nvPr>
        </p:nvGraphicFramePr>
        <p:xfrm>
          <a:off x="902208" y="2668302"/>
          <a:ext cx="10515600" cy="1879600"/>
        </p:xfrm>
        <a:graphic>
          <a:graphicData uri="http://schemas.openxmlformats.org/drawingml/2006/table">
            <a:tbl>
              <a:tblPr firstRow="1">
                <a:tableStyleId>{F5AB1C69-6EDB-4FF4-983F-18BD219EF322}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65400528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68405390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594876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effectLst/>
                        </a:rPr>
                        <a:t>Action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❌ Bad URI (RPC Style)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✅ Good URI (REST Standard)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062961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effectLst/>
                        </a:rPr>
                        <a:t>Get all students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GET /api/getAllStudents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GET /api/v1/students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4108866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effectLst/>
                        </a:rPr>
                        <a:t>Add a new student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POST /api/createNewStudent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POST /api/v1/students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490651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Update a student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POST /api/updateStudent?id=5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PUT /api/v1/students/5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842465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effectLst/>
                        </a:rPr>
                        <a:t>Delete a student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GET /api/deleteStudent?id=5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effectLst/>
                        </a:rPr>
                        <a:t>DELETE /</a:t>
                      </a:r>
                      <a:r>
                        <a:rPr lang="en-US" dirty="0" err="1">
                          <a:effectLst/>
                        </a:rPr>
                        <a:t>api</a:t>
                      </a:r>
                      <a:r>
                        <a:rPr lang="en-US" dirty="0">
                          <a:effectLst/>
                        </a:rPr>
                        <a:t>/v1/students/5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509167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637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B7BE9-FC49-9AA9-95E3-DE5B3A4D3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Rules for URI &amp; Resource 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B1157-4A6D-FF38-27C0-CBB1ACC2C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Rule 2: Always Use Plural Nouns</a:t>
            </a:r>
            <a:br>
              <a:rPr lang="en-US" dirty="0"/>
            </a:br>
            <a:br>
              <a:rPr lang="en-US" dirty="0"/>
            </a:br>
            <a:r>
              <a:rPr lang="en-US" sz="2000" dirty="0"/>
              <a:t>❌ GET /</a:t>
            </a:r>
            <a:r>
              <a:rPr lang="en-US" sz="2000" dirty="0" err="1"/>
              <a:t>api</a:t>
            </a:r>
            <a:r>
              <a:rPr lang="en-US" sz="2000" dirty="0"/>
              <a:t>/v1/student</a:t>
            </a:r>
            <a:br>
              <a:rPr lang="en-US" sz="2000" dirty="0"/>
            </a:br>
            <a:r>
              <a:rPr lang="en-US" sz="2000" dirty="0"/>
              <a:t>✅ GET /</a:t>
            </a:r>
            <a:r>
              <a:rPr lang="en-US" sz="2000" dirty="0" err="1"/>
              <a:t>api</a:t>
            </a:r>
            <a:r>
              <a:rPr lang="en-US" sz="2000" dirty="0"/>
              <a:t>/v1/students</a:t>
            </a:r>
            <a:endParaRPr lang="en-US" dirty="0"/>
          </a:p>
          <a:p>
            <a:endParaRPr lang="en-US" dirty="0"/>
          </a:p>
          <a:p>
            <a:pPr lvl="0"/>
            <a:r>
              <a:rPr lang="en-US" dirty="0"/>
              <a:t>Rule 3: Collections vs. Single Resources</a:t>
            </a:r>
            <a:br>
              <a:rPr lang="en-US" dirty="0"/>
            </a:br>
            <a:br>
              <a:rPr lang="en-US" dirty="0"/>
            </a:br>
            <a:r>
              <a:rPr lang="en-US" sz="2000" b="1" dirty="0"/>
              <a:t>Collection URI:</a:t>
            </a:r>
            <a:r>
              <a:rPr lang="en-US" sz="2000" dirty="0"/>
              <a:t> Represents the entire group (/</a:t>
            </a:r>
            <a:r>
              <a:rPr lang="en-US" sz="2000" dirty="0" err="1"/>
              <a:t>api</a:t>
            </a:r>
            <a:r>
              <a:rPr lang="en-US" sz="2000" dirty="0"/>
              <a:t>/v1/students).</a:t>
            </a:r>
            <a:br>
              <a:rPr lang="en-US" sz="2000" dirty="0"/>
            </a:br>
            <a:r>
              <a:rPr lang="en-US" sz="2000" b="1" dirty="0"/>
              <a:t>Single Resource URI:</a:t>
            </a:r>
            <a:r>
              <a:rPr lang="en-US" sz="2000" dirty="0"/>
              <a:t> Points to one specific item using an identifier (/</a:t>
            </a:r>
            <a:r>
              <a:rPr lang="en-US" sz="2000" dirty="0" err="1"/>
              <a:t>api</a:t>
            </a:r>
            <a:r>
              <a:rPr lang="en-US" sz="2000" dirty="0"/>
              <a:t>/v1/students/101). 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29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E4435-6911-1246-7863-19B87B36B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2FACE-9358-9B4D-4605-0B2CD51CD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Rules for URI &amp; Resource 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49091-1BA9-0D37-7923-4D4916C2C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Rule 4: Sub-Resources for Relationships</a:t>
            </a:r>
            <a:br>
              <a:rPr lang="en-US" b="1" dirty="0"/>
            </a:br>
            <a:br>
              <a:rPr lang="en-US" b="1" dirty="0"/>
            </a:br>
            <a:r>
              <a:rPr lang="en-US" sz="2000" dirty="0"/>
              <a:t>When an entity belongs to another entity, model it hierarchically using slash / notation: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✅ GET /</a:t>
            </a:r>
            <a:r>
              <a:rPr lang="en-US" sz="2000" dirty="0" err="1"/>
              <a:t>api</a:t>
            </a:r>
            <a:r>
              <a:rPr lang="en-US" sz="2000" dirty="0"/>
              <a:t>/v1/students/101/courses (All courses taken by student 101)</a:t>
            </a:r>
            <a:br>
              <a:rPr lang="en-US" sz="2000" dirty="0"/>
            </a:br>
            <a:r>
              <a:rPr lang="en-US" sz="2000" dirty="0"/>
              <a:t>✅ GET /</a:t>
            </a:r>
            <a:r>
              <a:rPr lang="en-US" sz="2000" dirty="0" err="1"/>
              <a:t>api</a:t>
            </a:r>
            <a:r>
              <a:rPr lang="en-US" sz="2000" dirty="0"/>
              <a:t>/v1/students/101/courses/5 (Course 5 taken by student 101)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Do not nest more than 2 levels deep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❌ GET /colleges/1/departments/2/students/101/courses/5</a:t>
            </a:r>
          </a:p>
          <a:p>
            <a:pPr marL="0" indent="0">
              <a:buNone/>
            </a:pPr>
            <a:endParaRPr lang="en-US" sz="2000" dirty="0"/>
          </a:p>
          <a:p>
            <a:pPr lvl="0"/>
            <a:r>
              <a:rPr lang="en-US" b="1" dirty="0"/>
              <a:t>Rule 5: Use Lowercase and kebab-case</a:t>
            </a:r>
            <a:br>
              <a:rPr lang="en-US" b="1" dirty="0"/>
            </a:br>
            <a:br>
              <a:rPr lang="en-US" b="1" dirty="0"/>
            </a:br>
            <a:r>
              <a:rPr lang="en-US" sz="2200" dirty="0"/>
              <a:t>❌ /</a:t>
            </a:r>
            <a:r>
              <a:rPr lang="en-US" sz="2200" dirty="0" err="1"/>
              <a:t>api</a:t>
            </a:r>
            <a:r>
              <a:rPr lang="en-US" sz="2200" dirty="0"/>
              <a:t>/v1/</a:t>
            </a:r>
            <a:r>
              <a:rPr lang="en-US" sz="2200" dirty="0" err="1"/>
              <a:t>studentProfiles</a:t>
            </a:r>
            <a:r>
              <a:rPr lang="en-US" sz="2200" dirty="0"/>
              <a:t> or /</a:t>
            </a:r>
            <a:r>
              <a:rPr lang="en-US" sz="2200" dirty="0" err="1"/>
              <a:t>api</a:t>
            </a:r>
            <a:r>
              <a:rPr lang="en-US" sz="2200" dirty="0"/>
              <a:t>/v1/</a:t>
            </a:r>
            <a:r>
              <a:rPr lang="en-US" sz="2200" dirty="0" err="1"/>
              <a:t>student_profiles</a:t>
            </a:r>
            <a:br>
              <a:rPr lang="en-US" sz="2200" dirty="0"/>
            </a:br>
            <a:r>
              <a:rPr lang="en-US" sz="2200" dirty="0"/>
              <a:t>✅ /</a:t>
            </a:r>
            <a:r>
              <a:rPr lang="en-US" sz="2200" dirty="0" err="1"/>
              <a:t>api</a:t>
            </a:r>
            <a:r>
              <a:rPr lang="en-US" sz="2200" dirty="0"/>
              <a:t>/v1/student-profiles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137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43A5A0F-419D-6C14-0DE9-4CC8E5612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812"/>
            <a:ext cx="12192000" cy="681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37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2E18A-CE21-32F0-FB13-942395F3E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81549-D853-E485-12DF-B5E325DEE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HTTP methods tell the API what action wants to perform.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8ABDDD3-31D7-05CA-AECB-07F79B749A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5352851"/>
              </p:ext>
            </p:extLst>
          </p:nvPr>
        </p:nvGraphicFramePr>
        <p:xfrm>
          <a:off x="998728" y="2603330"/>
          <a:ext cx="10175240" cy="30327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90192">
                  <a:extLst>
                    <a:ext uri="{9D8B030D-6E8A-4147-A177-3AD203B41FA5}">
                      <a16:colId xmlns:a16="http://schemas.microsoft.com/office/drawing/2014/main" val="307725815"/>
                    </a:ext>
                  </a:extLst>
                </a:gridCol>
                <a:gridCol w="3297428">
                  <a:extLst>
                    <a:ext uri="{9D8B030D-6E8A-4147-A177-3AD203B41FA5}">
                      <a16:colId xmlns:a16="http://schemas.microsoft.com/office/drawing/2014/main" val="1160933585"/>
                    </a:ext>
                  </a:extLst>
                </a:gridCol>
                <a:gridCol w="2134108">
                  <a:extLst>
                    <a:ext uri="{9D8B030D-6E8A-4147-A177-3AD203B41FA5}">
                      <a16:colId xmlns:a16="http://schemas.microsoft.com/office/drawing/2014/main" val="2290384949"/>
                    </a:ext>
                  </a:extLst>
                </a:gridCol>
                <a:gridCol w="2953512">
                  <a:extLst>
                    <a:ext uri="{9D8B030D-6E8A-4147-A177-3AD203B41FA5}">
                      <a16:colId xmlns:a16="http://schemas.microsoft.com/office/drawing/2014/main" val="14484260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What It Does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Request Body?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Response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9952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  <a:latin typeface="+mn-lt"/>
                        </a:rPr>
                        <a:t>GET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b="1" dirty="0">
                          <a:effectLst/>
                          <a:latin typeface="+mn-lt"/>
                        </a:rPr>
                        <a:t>Read</a:t>
                      </a:r>
                      <a:r>
                        <a:rPr lang="en-US" dirty="0">
                          <a:effectLst/>
                          <a:latin typeface="+mn-lt"/>
                        </a:rPr>
                        <a:t>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dirty="0">
                          <a:effectLst/>
                          <a:latin typeface="+mn-lt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dirty="0">
                          <a:effectLst/>
                          <a:latin typeface="+mn-lt"/>
                        </a:rPr>
                        <a:t>200 OK or 404 Not Found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915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  <a:latin typeface="+mn-lt"/>
                        </a:rPr>
                        <a:t>POST</a:t>
                      </a:r>
                      <a:endParaRPr lang="en-US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b="1" dirty="0">
                          <a:effectLst/>
                          <a:latin typeface="+mn-lt"/>
                        </a:rPr>
                        <a:t>Create</a:t>
                      </a:r>
                      <a:r>
                        <a:rPr lang="en-US" dirty="0">
                          <a:effectLst/>
                          <a:latin typeface="+mn-lt"/>
                        </a:rPr>
                        <a:t> a brand-new resource.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dirty="0">
                          <a:effectLst/>
                          <a:latin typeface="+mn-lt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dirty="0">
                          <a:effectLst/>
                          <a:latin typeface="+mn-lt"/>
                        </a:rPr>
                        <a:t>201 Created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364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+mn-lt"/>
                        </a:rPr>
                        <a:t>PUT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+mn-lt"/>
                        </a:rPr>
                        <a:t>Replace</a:t>
                      </a:r>
                      <a:r>
                        <a:rPr lang="en-US" dirty="0">
                          <a:latin typeface="+mn-lt"/>
                        </a:rPr>
                        <a:t> the entire existing resource.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200 OK</a:t>
                      </a:r>
                      <a:r>
                        <a:rPr lang="en-US" dirty="0">
                          <a:latin typeface="+mn-lt"/>
                        </a:rPr>
                        <a:t> or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204 No Content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430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+mn-lt"/>
                        </a:rPr>
                        <a:t>PATCH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+mn-lt"/>
                        </a:rPr>
                        <a:t>Partially update</a:t>
                      </a:r>
                      <a:r>
                        <a:rPr lang="en-US" dirty="0">
                          <a:latin typeface="+mn-lt"/>
                        </a:rPr>
                        <a:t> specific fields of a resource.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200 OK</a:t>
                      </a:r>
                      <a:r>
                        <a:rPr lang="en-US" dirty="0">
                          <a:latin typeface="+mn-lt"/>
                        </a:rPr>
                        <a:t> or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204 No Content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572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+mn-lt"/>
                        </a:rPr>
                        <a:t>DELETE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+mn-lt"/>
                        </a:rPr>
                        <a:t>Remove</a:t>
                      </a:r>
                      <a:r>
                        <a:rPr lang="en-US" dirty="0">
                          <a:latin typeface="+mn-lt"/>
                        </a:rPr>
                        <a:t> a resource.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204 No Content</a:t>
                      </a:r>
                      <a:r>
                        <a:rPr lang="en-US" dirty="0">
                          <a:latin typeface="+mn-lt"/>
                        </a:rPr>
                        <a:t> or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404 Not Found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6476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0667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D3574-32E2-17E9-97B3-EC0461235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Status Codes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CA47B-2F65-93F6-F9C5-F2EA65292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HTTP status codes tell the client what happened after the API processed the request.</a:t>
            </a:r>
          </a:p>
          <a:p>
            <a:r>
              <a:rPr lang="en-US" sz="2400" dirty="0"/>
              <a:t>They are 3-digit standardized numbers the server sends back so the client knows what happened.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F65E45A-DD54-EC0D-0C83-3B16C612D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708093"/>
              </p:ext>
            </p:extLst>
          </p:nvPr>
        </p:nvGraphicFramePr>
        <p:xfrm>
          <a:off x="838199" y="3410521"/>
          <a:ext cx="10515601" cy="2956243"/>
        </p:xfrm>
        <a:graphic>
          <a:graphicData uri="http://schemas.openxmlformats.org/drawingml/2006/table">
            <a:tbl>
              <a:tblPr firstRow="1">
                <a:tableStyleId>{10A1B5D5-9B99-4C35-A422-299274C87663}</a:tableStyleId>
              </a:tblPr>
              <a:tblGrid>
                <a:gridCol w="2331619">
                  <a:extLst>
                    <a:ext uri="{9D8B030D-6E8A-4147-A177-3AD203B41FA5}">
                      <a16:colId xmlns:a16="http://schemas.microsoft.com/office/drawing/2014/main" val="1244434346"/>
                    </a:ext>
                  </a:extLst>
                </a:gridCol>
                <a:gridCol w="4196914">
                  <a:extLst>
                    <a:ext uri="{9D8B030D-6E8A-4147-A177-3AD203B41FA5}">
                      <a16:colId xmlns:a16="http://schemas.microsoft.com/office/drawing/2014/main" val="3217821441"/>
                    </a:ext>
                  </a:extLst>
                </a:gridCol>
                <a:gridCol w="3987068">
                  <a:extLst>
                    <a:ext uri="{9D8B030D-6E8A-4147-A177-3AD203B41FA5}">
                      <a16:colId xmlns:a16="http://schemas.microsoft.com/office/drawing/2014/main" val="2187127740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</a:rPr>
                        <a:t>Code</a:t>
                      </a:r>
                      <a:endParaRPr lang="en-US" sz="2000" dirty="0">
                        <a:solidFill>
                          <a:srgbClr val="14201D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76200" marR="76200" marT="63500" marB="63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</a:rPr>
                        <a:t>Meaning</a:t>
                      </a:r>
                      <a:endParaRPr lang="en-US" sz="2000" dirty="0">
                        <a:solidFill>
                          <a:srgbClr val="14201D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76200" marR="76200" marT="63500" marB="63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</a:rPr>
                        <a:t>Campus Bites moment</a:t>
                      </a:r>
                      <a:endParaRPr lang="en-US" sz="2000" dirty="0">
                        <a:solidFill>
                          <a:srgbClr val="14201D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76200" marR="76200" marT="63500" marB="63500" anchor="ctr"/>
                </a:tc>
                <a:extLst>
                  <a:ext uri="{0D108BD9-81ED-4DB2-BD59-A6C34878D82A}">
                    <a16:rowId xmlns:a16="http://schemas.microsoft.com/office/drawing/2014/main" val="1299150770"/>
                  </a:ext>
                </a:extLst>
              </a:tr>
              <a:tr h="263398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01D"/>
                          </a:solidFill>
                          <a:effectLst/>
                        </a:rPr>
                        <a:t>200 OK</a:t>
                      </a:r>
                      <a:endParaRPr lang="en-US" sz="2000" dirty="0">
                        <a:solidFill>
                          <a:srgbClr val="14201D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lang="en-US" sz="1400">
                          <a:solidFill>
                            <a:srgbClr val="14201D"/>
                          </a:solidFill>
                          <a:effectLst/>
                        </a:rPr>
                        <a:t>Worked, here's your data</a:t>
                      </a:r>
                      <a:endParaRPr lang="en-US" sz="2000">
                        <a:solidFill>
                          <a:srgbClr val="14201D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lang="en-US" sz="1400">
                          <a:solidFill>
                            <a:srgbClr val="14201D"/>
                          </a:solidFill>
                          <a:effectLst/>
                        </a:rPr>
                        <a:t>Menu fetched successfully</a:t>
                      </a:r>
                      <a:endParaRPr lang="en-US" sz="2000">
                        <a:solidFill>
                          <a:srgbClr val="14201D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extLst>
                  <a:ext uri="{0D108BD9-81ED-4DB2-BD59-A6C34878D82A}">
                    <a16:rowId xmlns:a16="http://schemas.microsoft.com/office/drawing/2014/main" val="2129062743"/>
                  </a:ext>
                </a:extLst>
              </a:tr>
              <a:tr h="263398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01D"/>
                          </a:solidFill>
                          <a:effectLst/>
                        </a:rPr>
                        <a:t>201 Created</a:t>
                      </a:r>
                      <a:endParaRPr lang="en-US" sz="2000" dirty="0">
                        <a:solidFill>
                          <a:srgbClr val="14201D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01D"/>
                          </a:solidFill>
                          <a:effectLst/>
                        </a:rPr>
                        <a:t>New thing made successfully</a:t>
                      </a:r>
                      <a:endParaRPr lang="en-US" sz="2000" dirty="0">
                        <a:solidFill>
                          <a:srgbClr val="14201D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lang="en-US" sz="1400">
                          <a:solidFill>
                            <a:srgbClr val="14201D"/>
                          </a:solidFill>
                          <a:effectLst/>
                        </a:rPr>
                        <a:t>An order was placed</a:t>
                      </a:r>
                      <a:endParaRPr lang="en-US" sz="2000">
                        <a:solidFill>
                          <a:srgbClr val="14201D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extLst>
                  <a:ext uri="{0D108BD9-81ED-4DB2-BD59-A6C34878D82A}">
                    <a16:rowId xmlns:a16="http://schemas.microsoft.com/office/drawing/2014/main" val="2148726464"/>
                  </a:ext>
                </a:extLst>
              </a:tr>
              <a:tr h="263398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lang="en-US" sz="1400">
                          <a:solidFill>
                            <a:srgbClr val="14201D"/>
                          </a:solidFill>
                          <a:effectLst/>
                        </a:rPr>
                        <a:t>204 No Content</a:t>
                      </a:r>
                      <a:endParaRPr lang="en-US" sz="2000">
                        <a:solidFill>
                          <a:srgbClr val="14201D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lang="en-US" sz="1400">
                          <a:solidFill>
                            <a:srgbClr val="14201D"/>
                          </a:solidFill>
                          <a:effectLst/>
                        </a:rPr>
                        <a:t>Worked, nothing to send back</a:t>
                      </a:r>
                      <a:endParaRPr lang="en-US" sz="2000">
                        <a:solidFill>
                          <a:srgbClr val="14201D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lang="en-US" sz="1400">
                          <a:solidFill>
                            <a:srgbClr val="14201D"/>
                          </a:solidFill>
                          <a:effectLst/>
                        </a:rPr>
                        <a:t>An order was cancelled</a:t>
                      </a:r>
                      <a:endParaRPr lang="en-US" sz="2000">
                        <a:solidFill>
                          <a:srgbClr val="14201D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extLst>
                  <a:ext uri="{0D108BD9-81ED-4DB2-BD59-A6C34878D82A}">
                    <a16:rowId xmlns:a16="http://schemas.microsoft.com/office/drawing/2014/main" val="732089301"/>
                  </a:ext>
                </a:extLst>
              </a:tr>
              <a:tr h="263398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lang="en-US" sz="1400">
                          <a:solidFill>
                            <a:srgbClr val="14201D"/>
                          </a:solidFill>
                          <a:effectLst/>
                        </a:rPr>
                        <a:t>400 Bad Request</a:t>
                      </a:r>
                      <a:endParaRPr lang="en-US" sz="2000">
                        <a:solidFill>
                          <a:srgbClr val="14201D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lang="en-US" sz="1400">
                          <a:solidFill>
                            <a:srgbClr val="14201D"/>
                          </a:solidFill>
                          <a:effectLst/>
                        </a:rPr>
                        <a:t>You sent something wrong</a:t>
                      </a:r>
                      <a:endParaRPr lang="en-US" sz="2000">
                        <a:solidFill>
                          <a:srgbClr val="14201D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lang="en-US" sz="1400">
                          <a:solidFill>
                            <a:srgbClr val="14201D"/>
                          </a:solidFill>
                          <a:effectLst/>
                        </a:rPr>
                        <a:t>Ordering zero quantity of an item</a:t>
                      </a:r>
                      <a:endParaRPr lang="en-US" sz="2000">
                        <a:solidFill>
                          <a:srgbClr val="14201D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extLst>
                  <a:ext uri="{0D108BD9-81ED-4DB2-BD59-A6C34878D82A}">
                    <a16:rowId xmlns:a16="http://schemas.microsoft.com/office/drawing/2014/main" val="861298125"/>
                  </a:ext>
                </a:extLst>
              </a:tr>
              <a:tr h="263398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lang="en-US" sz="1400">
                          <a:solidFill>
                            <a:srgbClr val="14201D"/>
                          </a:solidFill>
                          <a:effectLst/>
                        </a:rPr>
                        <a:t>404 Not Found</a:t>
                      </a:r>
                      <a:endParaRPr lang="en-US" sz="2000">
                        <a:solidFill>
                          <a:srgbClr val="14201D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lang="en-US" sz="1400">
                          <a:solidFill>
                            <a:srgbClr val="14201D"/>
                          </a:solidFill>
                          <a:effectLst/>
                        </a:rPr>
                        <a:t>That thing doesn't exist</a:t>
                      </a:r>
                      <a:endParaRPr lang="en-US" sz="2000">
                        <a:solidFill>
                          <a:srgbClr val="14201D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lang="en-US" sz="1400">
                          <a:solidFill>
                            <a:srgbClr val="14201D"/>
                          </a:solidFill>
                          <a:effectLst/>
                        </a:rPr>
                        <a:t>Menu item 99, which was never on the napkin</a:t>
                      </a:r>
                      <a:endParaRPr lang="en-US" sz="2000">
                        <a:solidFill>
                          <a:srgbClr val="14201D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extLst>
                  <a:ext uri="{0D108BD9-81ED-4DB2-BD59-A6C34878D82A}">
                    <a16:rowId xmlns:a16="http://schemas.microsoft.com/office/drawing/2014/main" val="3576959284"/>
                  </a:ext>
                </a:extLst>
              </a:tr>
              <a:tr h="263398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lang="en-US" sz="1400">
                          <a:solidFill>
                            <a:srgbClr val="14201D"/>
                          </a:solidFill>
                          <a:effectLst/>
                        </a:rPr>
                        <a:t>409 Conflict</a:t>
                      </a:r>
                      <a:endParaRPr lang="en-US" sz="2000">
                        <a:solidFill>
                          <a:srgbClr val="14201D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lang="en-US" sz="1400">
                          <a:solidFill>
                            <a:srgbClr val="14201D"/>
                          </a:solidFill>
                          <a:effectLst/>
                        </a:rPr>
                        <a:t>Clashes with the current state</a:t>
                      </a:r>
                      <a:endParaRPr lang="en-US" sz="2000">
                        <a:solidFill>
                          <a:srgbClr val="14201D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lang="en-US" sz="1400">
                          <a:solidFill>
                            <a:srgbClr val="14201D"/>
                          </a:solidFill>
                          <a:effectLst/>
                        </a:rPr>
                        <a:t>Trying to cancel an order that's already “Delivered”</a:t>
                      </a:r>
                      <a:endParaRPr lang="en-US" sz="2000">
                        <a:solidFill>
                          <a:srgbClr val="14201D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extLst>
                  <a:ext uri="{0D108BD9-81ED-4DB2-BD59-A6C34878D82A}">
                    <a16:rowId xmlns:a16="http://schemas.microsoft.com/office/drawing/2014/main" val="3782508868"/>
                  </a:ext>
                </a:extLst>
              </a:tr>
              <a:tr h="263398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lang="en-US" sz="1400">
                          <a:solidFill>
                            <a:srgbClr val="14201D"/>
                          </a:solidFill>
                          <a:effectLst/>
                        </a:rPr>
                        <a:t>500 Server Error</a:t>
                      </a:r>
                      <a:endParaRPr lang="en-US" sz="2000">
                        <a:solidFill>
                          <a:srgbClr val="14201D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lang="en-US" sz="1400">
                          <a:solidFill>
                            <a:srgbClr val="14201D"/>
                          </a:solidFill>
                          <a:effectLst/>
                        </a:rPr>
                        <a:t>Something broke on our side</a:t>
                      </a:r>
                      <a:endParaRPr lang="en-US" sz="2000">
                        <a:solidFill>
                          <a:srgbClr val="14201D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01D"/>
                          </a:solidFill>
                          <a:effectLst/>
                        </a:rPr>
                        <a:t>A bug in our code, not the caller's fault</a:t>
                      </a:r>
                      <a:endParaRPr lang="en-US" sz="2000" dirty="0">
                        <a:solidFill>
                          <a:srgbClr val="14201D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extLst>
                  <a:ext uri="{0D108BD9-81ED-4DB2-BD59-A6C34878D82A}">
                    <a16:rowId xmlns:a16="http://schemas.microsoft.com/office/drawing/2014/main" val="3385127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6174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B724C-83FB-E8FA-5ACC-7FDB76B10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Safety and Idempotency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D57EB-1682-7C61-984E-3788C903A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An HTTP method is </a:t>
            </a:r>
            <a:r>
              <a:rPr lang="en-US" sz="2000" b="1" dirty="0"/>
              <a:t>Safe</a:t>
            </a:r>
            <a:r>
              <a:rPr lang="en-US" sz="2000" dirty="0"/>
              <a:t> if calling it </a:t>
            </a:r>
            <a:r>
              <a:rPr lang="en-US" sz="2000" b="1" dirty="0"/>
              <a:t>does not change any data</a:t>
            </a:r>
            <a:r>
              <a:rPr lang="en-US" sz="2000" dirty="0"/>
              <a:t> on the server or in the database (Read-Only).</a:t>
            </a:r>
          </a:p>
          <a:p>
            <a:r>
              <a:rPr lang="en-US" sz="2000" dirty="0"/>
              <a:t>An HTTP method is </a:t>
            </a:r>
            <a:r>
              <a:rPr lang="en-US" sz="2000" b="1" dirty="0"/>
              <a:t>Idempotent</a:t>
            </a:r>
            <a:r>
              <a:rPr lang="en-US" sz="2000" dirty="0"/>
              <a:t> if executing it </a:t>
            </a:r>
            <a:r>
              <a:rPr lang="en-US" sz="2000" b="1" dirty="0"/>
              <a:t>multiple times with the same input produces the exact same end state on the server as calling it once</a:t>
            </a:r>
            <a:r>
              <a:rPr lang="en-US" sz="2000" dirty="0"/>
              <a:t>. </a:t>
            </a:r>
          </a:p>
          <a:p>
            <a:endParaRPr lang="en-US" sz="2000" dirty="0"/>
          </a:p>
          <a:p>
            <a:endParaRPr lang="en-US" sz="2000" dirty="0"/>
          </a:p>
        </p:txBody>
      </p:sp>
      <p:graphicFrame>
        <p:nvGraphicFramePr>
          <p:cNvPr id="11" name="Content Placeholder 4">
            <a:extLst>
              <a:ext uri="{FF2B5EF4-FFF2-40B4-BE49-F238E27FC236}">
                <a16:creationId xmlns:a16="http://schemas.microsoft.com/office/drawing/2014/main" id="{187911B5-FDB4-0365-ACB6-298232E6EB3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6289117"/>
              </p:ext>
            </p:extLst>
          </p:nvPr>
        </p:nvGraphicFramePr>
        <p:xfrm>
          <a:off x="838200" y="3252089"/>
          <a:ext cx="10515599" cy="2821615"/>
        </p:xfrm>
        <a:graphic>
          <a:graphicData uri="http://schemas.openxmlformats.org/drawingml/2006/table">
            <a:tbl>
              <a:tblPr firstRow="1">
                <a:tableStyleId>{93296810-A885-4BE3-A3E7-6D5BEEA58F35}</a:tableStyleId>
              </a:tblPr>
              <a:tblGrid>
                <a:gridCol w="1319784">
                  <a:extLst>
                    <a:ext uri="{9D8B030D-6E8A-4147-A177-3AD203B41FA5}">
                      <a16:colId xmlns:a16="http://schemas.microsoft.com/office/drawing/2014/main" val="799199966"/>
                    </a:ext>
                  </a:extLst>
                </a:gridCol>
                <a:gridCol w="1618488">
                  <a:extLst>
                    <a:ext uri="{9D8B030D-6E8A-4147-A177-3AD203B41FA5}">
                      <a16:colId xmlns:a16="http://schemas.microsoft.com/office/drawing/2014/main" val="3223047648"/>
                    </a:ext>
                  </a:extLst>
                </a:gridCol>
                <a:gridCol w="2203704">
                  <a:extLst>
                    <a:ext uri="{9D8B030D-6E8A-4147-A177-3AD203B41FA5}">
                      <a16:colId xmlns:a16="http://schemas.microsoft.com/office/drawing/2014/main" val="925529166"/>
                    </a:ext>
                  </a:extLst>
                </a:gridCol>
                <a:gridCol w="5373623">
                  <a:extLst>
                    <a:ext uri="{9D8B030D-6E8A-4147-A177-3AD203B41FA5}">
                      <a16:colId xmlns:a16="http://schemas.microsoft.com/office/drawing/2014/main" val="448723068"/>
                    </a:ext>
                  </a:extLst>
                </a:gridCol>
              </a:tblGrid>
              <a:tr h="221931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Method</a:t>
                      </a:r>
                      <a:endParaRPr lang="en-US" sz="1800" dirty="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Safe?</a:t>
                      </a:r>
                      <a:endParaRPr lang="en-US" sz="1800" dirty="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Idempotent?</a:t>
                      </a:r>
                      <a:endParaRPr lang="en-US" sz="1800" dirty="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Why?</a:t>
                      </a:r>
                      <a:endParaRPr lang="en-US" sz="1800" dirty="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extLst>
                  <a:ext uri="{0D108BD9-81ED-4DB2-BD59-A6C34878D82A}">
                    <a16:rowId xmlns:a16="http://schemas.microsoft.com/office/drawing/2014/main" val="923276852"/>
                  </a:ext>
                </a:extLst>
              </a:tr>
              <a:tr h="383881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GET</a:t>
                      </a:r>
                      <a:endParaRPr lang="en-US" sz="1400" dirty="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Yes</a:t>
                      </a:r>
                      <a:endParaRPr lang="en-US" sz="1400" dirty="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Yes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Only reads data; database state never changes. 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extLst>
                  <a:ext uri="{0D108BD9-81ED-4DB2-BD59-A6C34878D82A}">
                    <a16:rowId xmlns:a16="http://schemas.microsoft.com/office/drawing/2014/main" val="3880473609"/>
                  </a:ext>
                </a:extLst>
              </a:tr>
              <a:tr h="405938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POST</a:t>
                      </a:r>
                      <a:endParaRPr lang="en-US" sz="1400" dirty="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No</a:t>
                      </a:r>
                      <a:endParaRPr lang="en-US" sz="1400" dirty="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Calling it 3 times creates 3 duplicate records in the database. 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extLst>
                  <a:ext uri="{0D108BD9-81ED-4DB2-BD59-A6C34878D82A}">
                    <a16:rowId xmlns:a16="http://schemas.microsoft.com/office/drawing/2014/main" val="3396042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PUT</a:t>
                      </a:r>
                      <a:endParaRPr lang="en-US" sz="1400" dirty="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Yes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Overwrites the resource with the exact payload provided; repeating it keeps the exact same state. 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extLst>
                  <a:ext uri="{0D108BD9-81ED-4DB2-BD59-A6C34878D82A}">
                    <a16:rowId xmlns:a16="http://schemas.microsoft.com/office/drawing/2014/main" val="3220631745"/>
                  </a:ext>
                </a:extLst>
              </a:tr>
              <a:tr h="560517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PATCH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No (by spec)* </a:t>
                      </a:r>
                      <a:endParaRPr lang="en-US" sz="1400" dirty="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Modifies data; operations like { "op": "increment", "amount": 10 } change state every time.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extLst>
                  <a:ext uri="{0D108BD9-81ED-4DB2-BD59-A6C34878D82A}">
                    <a16:rowId xmlns:a16="http://schemas.microsoft.com/office/drawing/2014/main" val="4113756062"/>
                  </a:ext>
                </a:extLst>
              </a:tr>
              <a:tr h="608955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DELETE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Yes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Deleting item #10 removes it. Deleting it again leaves it deleted (end state is the same). </a:t>
                      </a:r>
                      <a:endParaRPr lang="en-US" sz="1400" dirty="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extLst>
                  <a:ext uri="{0D108BD9-81ED-4DB2-BD59-A6C34878D82A}">
                    <a16:rowId xmlns:a16="http://schemas.microsoft.com/office/drawing/2014/main" val="3454155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1807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0D874-FD6F-6AE5-92CB-95E055E2C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42AEDB3-C035-A74A-7609-464A8BE86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Which address correctly follows resource-naming rules for “get vada pav, item 2”?</a:t>
            </a:r>
          </a:p>
          <a:p>
            <a:pPr marL="0" indent="0">
              <a:buNone/>
            </a:pPr>
            <a:endParaRPr lang="en-US" b="1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/</a:t>
            </a:r>
            <a:r>
              <a:rPr lang="en-US" dirty="0" err="1"/>
              <a:t>getMenuItem?id</a:t>
            </a:r>
            <a:r>
              <a:rPr lang="en-US" dirty="0"/>
              <a:t>=2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/menu-items/2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/</a:t>
            </a:r>
            <a:r>
              <a:rPr lang="en-US" dirty="0" err="1"/>
              <a:t>MenuItem</a:t>
            </a:r>
            <a:r>
              <a:rPr lang="en-US" dirty="0"/>
              <a:t>/2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/menu-item/</a:t>
            </a:r>
            <a:r>
              <a:rPr lang="en-US" dirty="0" err="1"/>
              <a:t>getById</a:t>
            </a:r>
            <a:r>
              <a:rPr lang="en-US" dirty="0"/>
              <a:t>/2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Answer: B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226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6DF58-464D-5D11-8180-132DE59D5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BBE7A-50D1-D754-E725-3E855E0F3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88F3873-F92F-4525-5926-6E6450E30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A new student was successfully added. Which status is most suitable?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200 only, in every case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503 Service Unavailable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404 Not Found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201 Created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Answer: D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251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FAF06-6C6E-524F-58EF-F5E35725E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606CE-BF45-1EC6-C2EE-7C30A1E1B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53F962F-EBF3-2359-22A7-A71A98D2C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What does /orders/5/items represent?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The items belonging to order 5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Order number 5, repeated 5 times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Item number 5 in every order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A typo for /order-items/5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Answer: A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625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82965-081E-6080-D02F-CDC95D520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FB61B-51D4-797B-6192-9EC3B01F4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E674EAF-97EA-5EB8-0047-9477BC8C8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What goes wrong if an API always returns 200, even on failure?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Nothing, it's a style choice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The response gets bigger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Caching, monitoring, and automatic retries all quietly break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JSON stops working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Answer: C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771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47386-C18C-8876-F2B0-B76C88606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Headers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66112-7AE0-C0C5-0A45-B422F7D3A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Headers are simple Key-Value information passed along with requests and responses.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B5D98D-1F51-FFDA-72B9-F886B3D28E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836539"/>
              </p:ext>
            </p:extLst>
          </p:nvPr>
        </p:nvGraphicFramePr>
        <p:xfrm>
          <a:off x="838200" y="2782094"/>
          <a:ext cx="10515600" cy="3078480"/>
        </p:xfrm>
        <a:graphic>
          <a:graphicData uri="http://schemas.openxmlformats.org/drawingml/2006/table">
            <a:tbl>
              <a:tblPr firstRow="1">
                <a:tableStyleId>{93296810-A885-4BE3-A3E7-6D5BEEA58F35}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1431014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6483730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654427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Header</a:t>
                      </a:r>
                      <a:endParaRPr 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Purpose</a:t>
                      </a:r>
                      <a:endParaRPr 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Example</a:t>
                      </a:r>
                      <a:endParaRPr 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368561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Content-Type</a:t>
                      </a:r>
                      <a:endParaRPr 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Tells the format of request body</a:t>
                      </a:r>
                      <a:endParaRPr 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application/json</a:t>
                      </a:r>
                      <a:endParaRPr 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3090629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Accept</a:t>
                      </a:r>
                      <a:endParaRPr 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Tells the format client wants in response</a:t>
                      </a:r>
                      <a:endParaRPr lang="en-US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application/json</a:t>
                      </a:r>
                      <a:endParaRPr 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3252468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Location</a:t>
                      </a:r>
                      <a:endParaRPr 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Tells URI of a newly created resource</a:t>
                      </a:r>
                      <a:endParaRPr 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/api/Day1/units/1/personnel/4</a:t>
                      </a:r>
                      <a:endParaRPr 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938582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X-Correlation-Id</a:t>
                      </a:r>
                      <a:endParaRPr 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Tracks one request across logs/services</a:t>
                      </a:r>
                      <a:endParaRPr 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training-request-001</a:t>
                      </a:r>
                      <a:endParaRPr 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110347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Authorization</a:t>
                      </a:r>
                      <a:endParaRPr 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Sends token for secured APIs</a:t>
                      </a:r>
                      <a:endParaRPr 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Bearer &lt;token&gt;</a:t>
                      </a:r>
                      <a:endParaRPr lang="en-US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30857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0263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3008E48-16C4-C8BC-87ED-ED15B8426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245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70DF2-53D0-129D-103E-29B346A13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Negotiation and Caching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8BB4A96-6D89-3654-4821-CD12869455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3578476"/>
              </p:ext>
            </p:extLst>
          </p:nvPr>
        </p:nvGraphicFramePr>
        <p:xfrm>
          <a:off x="838200" y="1825625"/>
          <a:ext cx="10515600" cy="48514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61941078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460168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Content Negotiation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Caching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500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Content negotiation means the client and the API agree on the format of data being sent or received.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How it works:</a:t>
                      </a:r>
                    </a:p>
                    <a:p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Accept (Request Header):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client asks the server, </a:t>
                      </a:r>
                      <a:r>
                        <a:rPr lang="en-US" sz="16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"Please give me data in this format."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(e.g., Accept: application/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json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or Accept: application/xml).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Content-Type (Request/Response Header):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sender declares, </a:t>
                      </a:r>
                      <a:r>
                        <a:rPr lang="en-US" sz="16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"Here is data, and it is formatted like this."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(e.g., Content-Type: application/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json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the client asks for a format the server doesn't support, the server responds with 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406 Not Acceptable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Caching saves network bandwidth and CPU cycles by storing a copy of the response so the client doesn't need to ask the server for the exact same data again.</a:t>
                      </a:r>
                    </a:p>
                    <a:p>
                      <a:endParaRPr lang="en-US" sz="1600" dirty="0"/>
                    </a:p>
                    <a:p>
                      <a:r>
                        <a:rPr lang="en-US" sz="1600" b="1" dirty="0"/>
                        <a:t>Key Concepts:</a:t>
                      </a:r>
                    </a:p>
                    <a:p>
                      <a:endParaRPr lang="en-US" sz="1600" dirty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Cache-Control</a:t>
                      </a:r>
                      <a:r>
                        <a:rPr lang="en-US" sz="1600" b="1" dirty="0"/>
                        <a:t> Header:</a:t>
                      </a:r>
                      <a:r>
                        <a:rPr lang="en-US" sz="1600" dirty="0"/>
                        <a:t> Tells the client or browser how long it can keep the data before asking again (e.g., 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Cache-Control: max-age=60</a:t>
                      </a:r>
                      <a:r>
                        <a:rPr lang="en-US" sz="1600" dirty="0"/>
                        <a:t> means "valid for 60 seconds").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dirty="0"/>
                        <a:t>ETag (Entity Tag):</a:t>
                      </a:r>
                      <a:r>
                        <a:rPr lang="en-US" sz="1600" dirty="0"/>
                        <a:t> A unique fingerprint (like a hash or version number) of the resource.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When data changes, the ETag changes.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The client sends the ETag back in the 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If-None-Match</a:t>
                      </a:r>
                      <a:r>
                        <a:rPr lang="en-US" sz="1600" dirty="0"/>
                        <a:t> header on subsequent calls.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If the data hasn't changed, the server returns 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304 Not Modified</a:t>
                      </a:r>
                      <a:r>
                        <a:rPr lang="en-US" sz="1600" dirty="0"/>
                        <a:t> with an empty body, saving bandwidth.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036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81649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B8BAB2-1773-0D3C-EABE-E5035F97E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5905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FAEB68C-BAA0-2212-3341-942C88174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6529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4491D-DD19-104D-D344-54E44DC8D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Error Responses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B7EE9-6C03-9023-42C2-04DC40DE2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When an API request fails, the API should return a clear and consistent error response.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Instead of returning confusing text like: </a:t>
            </a:r>
            <a:br>
              <a:rPr lang="en-US" dirty="0"/>
            </a:br>
            <a:r>
              <a:rPr lang="en-US" dirty="0"/>
              <a:t>	Something went wrong</a:t>
            </a:r>
          </a:p>
          <a:p>
            <a:endParaRPr lang="en-US" dirty="0"/>
          </a:p>
          <a:p>
            <a:r>
              <a:rPr lang="en-US" dirty="0"/>
              <a:t>Return structured JSON that tells the client:</a:t>
            </a:r>
          </a:p>
          <a:p>
            <a:pPr lvl="1"/>
            <a:r>
              <a:rPr lang="en-US" dirty="0"/>
              <a:t>What happened</a:t>
            </a:r>
          </a:p>
          <a:p>
            <a:pPr lvl="1"/>
            <a:r>
              <a:rPr lang="en-US" dirty="0"/>
              <a:t>Status code</a:t>
            </a:r>
          </a:p>
          <a:p>
            <a:pPr lvl="1"/>
            <a:r>
              <a:rPr lang="en-US" dirty="0"/>
              <a:t>Why it happened</a:t>
            </a:r>
          </a:p>
          <a:p>
            <a:pPr lvl="1"/>
            <a:r>
              <a:rPr lang="en-US" dirty="0"/>
              <a:t>Which request caused the error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A standard error response helps developers, testers, and support teams understand the problem quickly.</a:t>
            </a:r>
          </a:p>
        </p:txBody>
      </p:sp>
    </p:spTree>
    <p:extLst>
      <p:ext uri="{BB962C8B-B14F-4D97-AF65-F5344CB8AC3E}">
        <p14:creationId xmlns:p14="http://schemas.microsoft.com/office/powerpoint/2010/main" val="3407624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A4226-1591-914E-F723-B5A2AECCF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82AB2-DCC0-F61C-F6DB-52E736AC7D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969828" cy="3811588"/>
          </a:xfrm>
        </p:spPr>
        <p:txBody>
          <a:bodyPr/>
          <a:lstStyle/>
          <a:p>
            <a:r>
              <a:rPr lang="en-US" dirty="0"/>
              <a:t>In ASP.NET Core, a common standard error format is called </a:t>
            </a:r>
            <a:r>
              <a:rPr lang="en-US" b="1" dirty="0"/>
              <a:t>Problem Details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C3EECF-2E54-E0CA-922F-14FF24C633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481"/>
          <a:stretch>
            <a:fillRect/>
          </a:stretch>
        </p:blipFill>
        <p:spPr>
          <a:xfrm>
            <a:off x="6096000" y="1328166"/>
            <a:ext cx="4969828" cy="4201668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F81C5C2-734A-43C3-35BB-DD8BDF7267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2177577"/>
              </p:ext>
            </p:extLst>
          </p:nvPr>
        </p:nvGraphicFramePr>
        <p:xfrm>
          <a:off x="839788" y="2725674"/>
          <a:ext cx="4969828" cy="2804160"/>
        </p:xfrm>
        <a:graphic>
          <a:graphicData uri="http://schemas.openxmlformats.org/drawingml/2006/table">
            <a:tbl>
              <a:tblPr firstRow="1">
                <a:tableStyleId>{93296810-A885-4BE3-A3E7-6D5BEEA58F35}</a:tableStyleId>
              </a:tblPr>
              <a:tblGrid>
                <a:gridCol w="1523641">
                  <a:extLst>
                    <a:ext uri="{9D8B030D-6E8A-4147-A177-3AD203B41FA5}">
                      <a16:colId xmlns:a16="http://schemas.microsoft.com/office/drawing/2014/main" val="1042710279"/>
                    </a:ext>
                  </a:extLst>
                </a:gridCol>
                <a:gridCol w="3446187">
                  <a:extLst>
                    <a:ext uri="{9D8B030D-6E8A-4147-A177-3AD203B41FA5}">
                      <a16:colId xmlns:a16="http://schemas.microsoft.com/office/drawing/2014/main" val="38682159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Field</a:t>
                      </a:r>
                      <a:endParaRPr lang="en-US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Meaning</a:t>
                      </a:r>
                      <a:endParaRPr lang="en-US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800623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type</a:t>
                      </a:r>
                      <a:endParaRPr lang="en-US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Optional link/code describing the error type</a:t>
                      </a:r>
                      <a:endParaRPr lang="en-US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3552791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title</a:t>
                      </a:r>
                      <a:endParaRPr 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Short error message</a:t>
                      </a:r>
                      <a:endParaRPr lang="en-US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3982850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status</a:t>
                      </a:r>
                      <a:endParaRPr 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HTTP status code</a:t>
                      </a:r>
                      <a:endParaRPr 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787125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detail</a:t>
                      </a:r>
                      <a:endParaRPr 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More detailed explanation</a:t>
                      </a:r>
                      <a:endParaRPr 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2414548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instance</a:t>
                      </a:r>
                      <a:endParaRPr 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The API path where the error happened</a:t>
                      </a:r>
                      <a:endParaRPr lang="en-US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33219288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39294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D153D0-246C-CF27-3A49-4301D55F1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3441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3E798-F356-498D-3E0B-D2D0BD1AB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41D9B-543B-DAAF-02A2-96C6C7836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335A9B9-B5ED-B509-B676-01984D877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Which header usually describes the format of the request body?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Accept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Location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Content-Type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Retry-After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Answer: C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059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3620-0B20-A057-3472-85ED6F291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E66AC-C235-A8F4-A044-EAC6F9399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942911A-11BF-4CB3-6A32-A82101C0B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What's the main benefit of a standard error shape like Problem Details?</a:t>
            </a:r>
            <a:endParaRPr lang="en-US" dirty="0"/>
          </a:p>
          <a:p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 makes errors shorter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The calling app writes one error-handling routine that works for every endpoint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 removes the need for status codes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It's required by JSON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Answer: B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974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1CDAB-672F-6E80-2685-BC365ADFB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396CA-FC31-2757-2793-5225CECD0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DAC2107-5E8A-E041-EE8C-E0E968DEE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What problem does a correlation ID solve that caching and </a:t>
            </a:r>
            <a:r>
              <a:rPr lang="en-US" b="1" dirty="0" err="1"/>
              <a:t>filteration</a:t>
            </a:r>
            <a:r>
              <a:rPr lang="en-US" b="1" dirty="0"/>
              <a:t> don’t?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Speed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Formatting JSON consistently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Reducing payload size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Tracing one request's path across multiple systems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Answer: D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668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5FBF8D-4F28-8F8D-005B-7328DFC1D8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75D300A-E59D-D6FE-76D4-C6B4DD3E1B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2713321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1478</Words>
  <Application>Microsoft Office PowerPoint</Application>
  <PresentationFormat>Widescreen</PresentationFormat>
  <Paragraphs>240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Google Sans Text</vt:lpstr>
      <vt:lpstr>Office Theme</vt:lpstr>
      <vt:lpstr>HTTP &amp; REST Fundamentals</vt:lpstr>
      <vt:lpstr>What is HTTP?</vt:lpstr>
      <vt:lpstr>PowerPoint Presentation</vt:lpstr>
      <vt:lpstr>Core Rules for URI &amp; Resource Modelling</vt:lpstr>
      <vt:lpstr>Core Rules for URI &amp; Resource Modelling</vt:lpstr>
      <vt:lpstr>Core Rules for URI &amp; Resource Modelling</vt:lpstr>
      <vt:lpstr>PowerPoint Presentation</vt:lpstr>
      <vt:lpstr>HTTP Methods</vt:lpstr>
      <vt:lpstr>HTTP Status Codes</vt:lpstr>
      <vt:lpstr>Safety and Idempotency</vt:lpstr>
      <vt:lpstr>Quick Quiz</vt:lpstr>
      <vt:lpstr>Quick Quiz</vt:lpstr>
      <vt:lpstr>Quick Quiz</vt:lpstr>
      <vt:lpstr>Quick Quiz</vt:lpstr>
      <vt:lpstr>HTTP Headers</vt:lpstr>
      <vt:lpstr>PowerPoint Presentation</vt:lpstr>
      <vt:lpstr>Content Negotiation and Caching</vt:lpstr>
      <vt:lpstr>PowerPoint Presentation</vt:lpstr>
      <vt:lpstr>PowerPoint Presentation</vt:lpstr>
      <vt:lpstr>Standard Error Responses</vt:lpstr>
      <vt:lpstr>Problem Details</vt:lpstr>
      <vt:lpstr>PowerPoint Presentation</vt:lpstr>
      <vt:lpstr>Quick Quiz</vt:lpstr>
      <vt:lpstr>Quick Quiz</vt:lpstr>
      <vt:lpstr>Quick Quiz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Ishan Malik</dc:creator>
  <cp:lastModifiedBy>Ishan Malik</cp:lastModifiedBy>
  <cp:revision>1</cp:revision>
  <dcterms:created xsi:type="dcterms:W3CDTF">2026-10-14T10:32:38Z</dcterms:created>
  <dcterms:modified xsi:type="dcterms:W3CDTF">2026-10-15T10:32:36Z</dcterms:modified>
</cp:coreProperties>
</file>