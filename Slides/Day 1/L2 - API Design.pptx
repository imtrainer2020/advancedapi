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  <p:sldMasterId id="2147483746" r:id="rId2"/>
  </p:sldMasterIdLst>
  <p:sldIdLst>
    <p:sldId id="256" r:id="rId3"/>
    <p:sldId id="282" r:id="rId4"/>
    <p:sldId id="284" r:id="rId5"/>
    <p:sldId id="283" r:id="rId6"/>
    <p:sldId id="285" r:id="rId7"/>
    <p:sldId id="271" r:id="rId8"/>
    <p:sldId id="287" r:id="rId9"/>
    <p:sldId id="286" r:id="rId10"/>
    <p:sldId id="273" r:id="rId11"/>
    <p:sldId id="275" r:id="rId12"/>
    <p:sldId id="278" r:id="rId13"/>
    <p:sldId id="279" r:id="rId14"/>
    <p:sldId id="288" r:id="rId15"/>
    <p:sldId id="280" r:id="rId16"/>
    <p:sldId id="289" r:id="rId17"/>
    <p:sldId id="28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B0CA00-369C-4CF0-832E-D516E2FDCFB1}" v="38" dt="2026-10-16T14:05:20.536"/>
    <p1510:client id="{FC3874ED-3498-4114-86F3-6320C11DB221}" v="184" dt="2026-10-16T12:38:51.8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 Malik" userId="75bbfd951af34ddf" providerId="LiveId" clId="{72EBD0DD-2070-4E6C-9DD9-806D8E44FFC7}"/>
    <pc:docChg chg="undo custSel addSld delSld modSld sldOrd modMainMaster">
      <pc:chgData name="Ishan Malik" userId="75bbfd951af34ddf" providerId="LiveId" clId="{72EBD0DD-2070-4E6C-9DD9-806D8E44FFC7}" dt="2026-10-16T14:05:20.536" v="1132" actId="20577"/>
      <pc:docMkLst>
        <pc:docMk/>
      </pc:docMkLst>
      <pc:sldChg chg="modSp new mod">
        <pc:chgData name="Ishan Malik" userId="75bbfd951af34ddf" providerId="LiveId" clId="{72EBD0DD-2070-4E6C-9DD9-806D8E44FFC7}" dt="2026-10-16T12:55:46.827" v="1051" actId="20577"/>
        <pc:sldMkLst>
          <pc:docMk/>
          <pc:sldMk cId="750024370" sldId="256"/>
        </pc:sldMkLst>
        <pc:spChg chg="mod">
          <ac:chgData name="Ishan Malik" userId="75bbfd951af34ddf" providerId="LiveId" clId="{72EBD0DD-2070-4E6C-9DD9-806D8E44FFC7}" dt="2026-10-16T12:55:46.827" v="1051" actId="20577"/>
          <ac:spMkLst>
            <pc:docMk/>
            <pc:sldMk cId="750024370" sldId="256"/>
            <ac:spMk id="2" creationId="{D46A0EEF-DD89-DC64-D8DD-D71BC18C1298}"/>
          </ac:spMkLst>
        </pc:spChg>
        <pc:spChg chg="mod">
          <ac:chgData name="Ishan Malik" userId="75bbfd951af34ddf" providerId="LiveId" clId="{72EBD0DD-2070-4E6C-9DD9-806D8E44FFC7}" dt="2026-09-22T16:56:15.633" v="557"/>
          <ac:spMkLst>
            <pc:docMk/>
            <pc:sldMk cId="750024370" sldId="256"/>
            <ac:spMk id="3" creationId="{27706239-3D08-7827-C9F5-6B5D595662FE}"/>
          </ac:spMkLst>
        </pc:spChg>
      </pc:sldChg>
      <pc:sldChg chg="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3328909945" sldId="257"/>
        </pc:sldMkLst>
      </pc:sldChg>
      <pc:sldChg chg="addSp delSp modSp new del mod ord">
        <pc:chgData name="Ishan Malik" userId="75bbfd951af34ddf" providerId="LiveId" clId="{72EBD0DD-2070-4E6C-9DD9-806D8E44FFC7}" dt="2026-10-16T12:53:47.763" v="1032" actId="47"/>
        <pc:sldMkLst>
          <pc:docMk/>
          <pc:sldMk cId="276369482" sldId="258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1589194582" sldId="259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4055161058" sldId="260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068444819" sldId="261"/>
        </pc:sldMkLst>
      </pc:sldChg>
      <pc:sldChg chg="addSp delSp modSp add del mod ord">
        <pc:chgData name="Ishan Malik" userId="75bbfd951af34ddf" providerId="LiveId" clId="{72EBD0DD-2070-4E6C-9DD9-806D8E44FFC7}" dt="2026-10-16T12:53:47.763" v="1032" actId="47"/>
        <pc:sldMkLst>
          <pc:docMk/>
          <pc:sldMk cId="1464997959" sldId="262"/>
        </pc:sldMkLst>
      </pc:sldChg>
      <pc:sldChg chg="addSp delSp modSp add del mod">
        <pc:chgData name="Ishan Malik" userId="75bbfd951af34ddf" providerId="LiveId" clId="{72EBD0DD-2070-4E6C-9DD9-806D8E44FFC7}" dt="2026-10-16T12:53:47.763" v="1032" actId="47"/>
        <pc:sldMkLst>
          <pc:docMk/>
          <pc:sldMk cId="2891934033" sldId="263"/>
        </pc:sldMkLst>
      </pc:sldChg>
      <pc:sldChg chg="modSp new del mod ord modAnim">
        <pc:chgData name="Ishan Malik" userId="75bbfd951af34ddf" providerId="LiveId" clId="{72EBD0DD-2070-4E6C-9DD9-806D8E44FFC7}" dt="2026-10-16T12:53:47.763" v="1032" actId="47"/>
        <pc:sldMkLst>
          <pc:docMk/>
          <pc:sldMk cId="1456556091" sldId="264"/>
        </pc:sldMkLst>
      </pc:sldChg>
      <pc:sldChg chg="modSp add del mod ord">
        <pc:chgData name="Ishan Malik" userId="75bbfd951af34ddf" providerId="LiveId" clId="{72EBD0DD-2070-4E6C-9DD9-806D8E44FFC7}" dt="2026-10-16T12:53:47.763" v="1032" actId="47"/>
        <pc:sldMkLst>
          <pc:docMk/>
          <pc:sldMk cId="4145122847" sldId="265"/>
        </pc:sldMkLst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74447625" sldId="266"/>
        </pc:sldMkLst>
      </pc:sldChg>
      <pc:sldChg chg="addSp modSp new del mod modAnim">
        <pc:chgData name="Ishan Malik" userId="75bbfd951af34ddf" providerId="LiveId" clId="{72EBD0DD-2070-4E6C-9DD9-806D8E44FFC7}" dt="2026-10-16T10:55:46.185" v="611" actId="47"/>
        <pc:sldMkLst>
          <pc:docMk/>
          <pc:sldMk cId="1872426190" sldId="267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667251525" sldId="268"/>
        </pc:sldMkLst>
      </pc:sldChg>
      <pc:sldChg chg="addSp delSp modSp new del mod">
        <pc:chgData name="Ishan Malik" userId="75bbfd951af34ddf" providerId="LiveId" clId="{72EBD0DD-2070-4E6C-9DD9-806D8E44FFC7}" dt="2026-10-16T10:55:46.185" v="611" actId="47"/>
        <pc:sldMkLst>
          <pc:docMk/>
          <pc:sldMk cId="1248151220" sldId="268"/>
        </pc:sldMkLst>
      </pc:sldChg>
      <pc:sldChg chg="addSp delSp modSp new del mod ord setBg modAnim">
        <pc:chgData name="Ishan Malik" userId="75bbfd951af34ddf" providerId="LiveId" clId="{72EBD0DD-2070-4E6C-9DD9-806D8E44FFC7}" dt="2026-10-16T12:53:47.763" v="1032" actId="47"/>
        <pc:sldMkLst>
          <pc:docMk/>
          <pc:sldMk cId="143988488" sldId="269"/>
        </pc:sldMkLst>
      </pc:sldChg>
      <pc:sldChg chg="modSp new del mod modAnim">
        <pc:chgData name="Ishan Malik" userId="75bbfd951af34ddf" providerId="LiveId" clId="{72EBD0DD-2070-4E6C-9DD9-806D8E44FFC7}" dt="2026-10-16T12:53:47.763" v="1032" actId="47"/>
        <pc:sldMkLst>
          <pc:docMk/>
          <pc:sldMk cId="2143664787" sldId="270"/>
        </pc:sldMkLst>
        <pc:spChg chg="mod">
          <ac:chgData name="Ishan Malik" userId="75bbfd951af34ddf" providerId="LiveId" clId="{72EBD0DD-2070-4E6C-9DD9-806D8E44FFC7}" dt="2026-10-16T11:13:31.324" v="613"/>
          <ac:spMkLst>
            <pc:docMk/>
            <pc:sldMk cId="2143664787" sldId="270"/>
            <ac:spMk id="2" creationId="{7214CD31-6AED-2209-D610-E13AB7A61290}"/>
          </ac:spMkLst>
        </pc:spChg>
        <pc:spChg chg="mod">
          <ac:chgData name="Ishan Malik" userId="75bbfd951af34ddf" providerId="LiveId" clId="{72EBD0DD-2070-4E6C-9DD9-806D8E44FFC7}" dt="2026-10-16T11:13:38.085" v="618" actId="20577"/>
          <ac:spMkLst>
            <pc:docMk/>
            <pc:sldMk cId="2143664787" sldId="270"/>
            <ac:spMk id="3" creationId="{E4B6D178-A55D-C898-FCEA-4E41D7E167D8}"/>
          </ac:spMkLst>
        </pc:spChg>
      </pc:sldChg>
      <pc:sldChg chg="modSp add del mod ord modAnim">
        <pc:chgData name="Ishan Malik" userId="75bbfd951af34ddf" providerId="LiveId" clId="{72EBD0DD-2070-4E6C-9DD9-806D8E44FFC7}" dt="2026-10-16T10:55:46.185" v="611" actId="47"/>
        <pc:sldMkLst>
          <pc:docMk/>
          <pc:sldMk cId="3980734832" sldId="270"/>
        </pc:sldMkLst>
      </pc:sldChg>
      <pc:sldChg chg="modSp add del mod modAnim">
        <pc:chgData name="Ishan Malik" userId="75bbfd951af34ddf" providerId="LiveId" clId="{72EBD0DD-2070-4E6C-9DD9-806D8E44FFC7}" dt="2026-10-16T10:55:46.185" v="611" actId="47"/>
        <pc:sldMkLst>
          <pc:docMk/>
          <pc:sldMk cId="2262532472" sldId="271"/>
        </pc:sldMkLst>
      </pc:sldChg>
      <pc:sldChg chg="add del ord">
        <pc:chgData name="Ishan Malik" userId="75bbfd951af34ddf" providerId="LiveId" clId="{72EBD0DD-2070-4E6C-9DD9-806D8E44FFC7}" dt="2026-10-16T13:50:52.574" v="1077"/>
        <pc:sldMkLst>
          <pc:docMk/>
          <pc:sldMk cId="3419245707" sldId="271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4214231092" sldId="271"/>
        </pc:sldMkLst>
        <pc:spChg chg="mod">
          <ac:chgData name="Ishan Malik" userId="75bbfd951af34ddf" providerId="LiveId" clId="{72EBD0DD-2070-4E6C-9DD9-806D8E44FFC7}" dt="2026-10-16T11:37:06.699" v="709" actId="20577"/>
          <ac:spMkLst>
            <pc:docMk/>
            <pc:sldMk cId="4214231092" sldId="271"/>
            <ac:spMk id="2" creationId="{A6F2CBEA-2ED9-C6AB-935C-6D62F6882D2A}"/>
          </ac:spMkLst>
        </pc:spChg>
        <pc:spChg chg="add del mod">
          <ac:chgData name="Ishan Malik" userId="75bbfd951af34ddf" providerId="LiveId" clId="{72EBD0DD-2070-4E6C-9DD9-806D8E44FFC7}" dt="2026-10-16T11:31:14.435" v="673"/>
          <ac:spMkLst>
            <pc:docMk/>
            <pc:sldMk cId="4214231092" sldId="271"/>
            <ac:spMk id="3" creationId="{5A40D840-127D-3269-45E9-6E7671FEAB59}"/>
          </ac:spMkLst>
        </pc:spChg>
        <pc:spChg chg="add del mod">
          <ac:chgData name="Ishan Malik" userId="75bbfd951af34ddf" providerId="LiveId" clId="{72EBD0DD-2070-4E6C-9DD9-806D8E44FFC7}" dt="2026-10-16T11:15:36.724" v="643" actId="478"/>
          <ac:spMkLst>
            <pc:docMk/>
            <pc:sldMk cId="4214231092" sldId="271"/>
            <ac:spMk id="6" creationId="{C7A1CFB5-4F1B-4924-893C-1B924DB9E057}"/>
          </ac:spMkLst>
        </pc:spChg>
        <pc:spChg chg="add mod">
          <ac:chgData name="Ishan Malik" userId="75bbfd951af34ddf" providerId="LiveId" clId="{72EBD0DD-2070-4E6C-9DD9-806D8E44FFC7}" dt="2026-10-16T11:34:11.411" v="707" actId="20577"/>
          <ac:spMkLst>
            <pc:docMk/>
            <pc:sldMk cId="4214231092" sldId="271"/>
            <ac:spMk id="10" creationId="{A380734E-1FA0-2743-F02F-68248FD64ABC}"/>
          </ac:spMkLst>
        </pc:spChg>
        <pc:graphicFrameChg chg="add mod">
          <ac:chgData name="Ishan Malik" userId="75bbfd951af34ddf" providerId="LiveId" clId="{72EBD0DD-2070-4E6C-9DD9-806D8E44FFC7}" dt="2026-10-16T11:15:21.972" v="638"/>
          <ac:graphicFrameMkLst>
            <pc:docMk/>
            <pc:sldMk cId="4214231092" sldId="271"/>
            <ac:graphicFrameMk id="4" creationId="{335D0ABA-5C42-EC9A-1A18-835A6F73F655}"/>
          </ac:graphicFrameMkLst>
        </pc:graphicFrameChg>
        <pc:graphicFrameChg chg="add del mod modGraphic">
          <ac:chgData name="Ishan Malik" userId="75bbfd951af34ddf" providerId="LiveId" clId="{72EBD0DD-2070-4E6C-9DD9-806D8E44FFC7}" dt="2026-10-16T11:31:55.329" v="675" actId="478"/>
          <ac:graphicFrameMkLst>
            <pc:docMk/>
            <pc:sldMk cId="4214231092" sldId="271"/>
            <ac:graphicFrameMk id="7" creationId="{1BD6AD8F-03B2-138D-52B5-4B91A7943AC1}"/>
          </ac:graphicFrameMkLst>
        </pc:graphicFrameChg>
        <pc:graphicFrameChg chg="add mod modGraphic">
          <ac:chgData name="Ishan Malik" userId="75bbfd951af34ddf" providerId="LiveId" clId="{72EBD0DD-2070-4E6C-9DD9-806D8E44FFC7}" dt="2026-10-16T11:32:56.061" v="691" actId="1076"/>
          <ac:graphicFrameMkLst>
            <pc:docMk/>
            <pc:sldMk cId="4214231092" sldId="271"/>
            <ac:graphicFrameMk id="8" creationId="{B1793CA8-46DF-BD6D-EA3A-27680A42C492}"/>
          </ac:graphicFrameMkLst>
        </pc:graphicFrameChg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90752612" sldId="272"/>
        </pc:sldMkLst>
        <pc:spChg chg="mod">
          <ac:chgData name="Ishan Malik" userId="75bbfd951af34ddf" providerId="LiveId" clId="{72EBD0DD-2070-4E6C-9DD9-806D8E44FFC7}" dt="2026-10-16T11:37:31.926" v="719" actId="20577"/>
          <ac:spMkLst>
            <pc:docMk/>
            <pc:sldMk cId="690752612" sldId="272"/>
            <ac:spMk id="2" creationId="{F62ED3B3-F9B4-86AE-6E01-087D9D5EAAD8}"/>
          </ac:spMkLst>
        </pc:spChg>
        <pc:spChg chg="mod">
          <ac:chgData name="Ishan Malik" userId="75bbfd951af34ddf" providerId="LiveId" clId="{72EBD0DD-2070-4E6C-9DD9-806D8E44FFC7}" dt="2026-10-16T11:43:11.448" v="765"/>
          <ac:spMkLst>
            <pc:docMk/>
            <pc:sldMk cId="690752612" sldId="272"/>
            <ac:spMk id="3" creationId="{BAF37C19-5045-058F-6EEE-81D421F7E4E1}"/>
          </ac:spMkLst>
        </pc:spChg>
        <pc:spChg chg="add del mod">
          <ac:chgData name="Ishan Malik" userId="75bbfd951af34ddf" providerId="LiveId" clId="{72EBD0DD-2070-4E6C-9DD9-806D8E44FFC7}" dt="2026-10-16T11:44:11.503" v="769" actId="478"/>
          <ac:spMkLst>
            <pc:docMk/>
            <pc:sldMk cId="690752612" sldId="272"/>
            <ac:spMk id="5" creationId="{0D1C75B4-A4AD-801E-AB11-3BCF20D50B21}"/>
          </ac:spMkLst>
        </pc:spChg>
        <pc:spChg chg="add mod">
          <ac:chgData name="Ishan Malik" userId="75bbfd951af34ddf" providerId="LiveId" clId="{72EBD0DD-2070-4E6C-9DD9-806D8E44FFC7}" dt="2026-10-16T11:49:53.520" v="778" actId="6549"/>
          <ac:spMkLst>
            <pc:docMk/>
            <pc:sldMk cId="690752612" sldId="272"/>
            <ac:spMk id="6" creationId="{1A789292-06D8-CF87-1E23-49493BDA6491}"/>
          </ac:spMkLst>
        </pc:spChg>
        <pc:graphicFrameChg chg="add mod modGraphic">
          <ac:chgData name="Ishan Malik" userId="75bbfd951af34ddf" providerId="LiveId" clId="{72EBD0DD-2070-4E6C-9DD9-806D8E44FFC7}" dt="2026-10-16T11:44:51.494" v="774" actId="14100"/>
          <ac:graphicFrameMkLst>
            <pc:docMk/>
            <pc:sldMk cId="690752612" sldId="272"/>
            <ac:graphicFrameMk id="4" creationId="{C0E26319-E2E7-36AD-3D60-37A809D5F7B7}"/>
          </ac:graphicFrameMkLst>
        </pc:graphicFrameChg>
      </pc:sldChg>
      <pc:sldChg chg="addSp delSp modSp add del mod">
        <pc:chgData name="Ishan Malik" userId="75bbfd951af34ddf" providerId="LiveId" clId="{72EBD0DD-2070-4E6C-9DD9-806D8E44FFC7}" dt="2026-10-16T10:55:46.185" v="611" actId="47"/>
        <pc:sldMkLst>
          <pc:docMk/>
          <pc:sldMk cId="3702303451" sldId="272"/>
        </pc:sldMkLst>
      </pc:sldChg>
      <pc:sldChg chg="modSp new del mod">
        <pc:chgData name="Ishan Malik" userId="75bbfd951af34ddf" providerId="LiveId" clId="{72EBD0DD-2070-4E6C-9DD9-806D8E44FFC7}" dt="2026-10-16T10:55:13.891" v="610" actId="47"/>
        <pc:sldMkLst>
          <pc:docMk/>
          <pc:sldMk cId="1394337457" sldId="273"/>
        </pc:sldMkLst>
      </pc:sldChg>
      <pc:sldChg chg="addSp delSp modSp new del mod delAnim modAnim">
        <pc:chgData name="Ishan Malik" userId="75bbfd951af34ddf" providerId="LiveId" clId="{72EBD0DD-2070-4E6C-9DD9-806D8E44FFC7}" dt="2026-10-16T12:53:47.763" v="1032" actId="47"/>
        <pc:sldMkLst>
          <pc:docMk/>
          <pc:sldMk cId="1752313700" sldId="273"/>
        </pc:sldMkLst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2" creationId="{96F0FD57-CDF6-A2D5-962C-42952ECD38F9}"/>
          </ac:spMkLst>
        </pc:spChg>
        <pc:spChg chg="del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3" creationId="{864166A3-8AFE-0D80-A9D8-4C58EC73A08E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4" creationId="{2CEFA6A8-F1F5-6F0D-8EDF-38499523B2C3}"/>
          </ac:spMkLst>
        </pc:spChg>
        <pc:spChg chg="add del mod">
          <ac:chgData name="Ishan Malik" userId="75bbfd951af34ddf" providerId="LiveId" clId="{72EBD0DD-2070-4E6C-9DD9-806D8E44FFC7}" dt="2026-10-16T11:52:20.008" v="781" actId="478"/>
          <ac:spMkLst>
            <pc:docMk/>
            <pc:sldMk cId="1752313700" sldId="273"/>
            <ac:spMk id="5" creationId="{3C74F469-4AF1-2A54-52C4-E6A5C26E4144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7" creationId="{F198FAF9-E7FF-AFB0-3C84-E34646DEB57B}"/>
          </ac:spMkLst>
        </pc:spChg>
        <pc:spChg chg="add mod">
          <ac:chgData name="Ishan Malik" userId="75bbfd951af34ddf" providerId="LiveId" clId="{72EBD0DD-2070-4E6C-9DD9-806D8E44FFC7}" dt="2026-10-16T11:52:20.822" v="782"/>
          <ac:spMkLst>
            <pc:docMk/>
            <pc:sldMk cId="1752313700" sldId="273"/>
            <ac:spMk id="8" creationId="{7B28F696-99A0-2779-2C8E-96A12642703F}"/>
          </ac:spMkLst>
        </pc:spChg>
        <pc:graphicFrameChg chg="add del mod">
          <ac:chgData name="Ishan Malik" userId="75bbfd951af34ddf" providerId="LiveId" clId="{72EBD0DD-2070-4E6C-9DD9-806D8E44FFC7}" dt="2026-10-16T11:52:20.008" v="781" actId="478"/>
          <ac:graphicFrameMkLst>
            <pc:docMk/>
            <pc:sldMk cId="1752313700" sldId="273"/>
            <ac:graphicFrameMk id="6" creationId="{6ED5A742-C7CA-519F-A13F-9AA34346B7F2}"/>
          </ac:graphicFrameMkLst>
        </pc:graphicFrameChg>
        <pc:graphicFrameChg chg="add mod modGraphic">
          <ac:chgData name="Ishan Malik" userId="75bbfd951af34ddf" providerId="LiveId" clId="{72EBD0DD-2070-4E6C-9DD9-806D8E44FFC7}" dt="2026-10-16T11:52:31.112" v="783" actId="12385"/>
          <ac:graphicFrameMkLst>
            <pc:docMk/>
            <pc:sldMk cId="1752313700" sldId="273"/>
            <ac:graphicFrameMk id="9" creationId="{0A2979EF-51BC-47FD-8032-9A74F3C01162}"/>
          </ac:graphicFrameMkLst>
        </pc:graphicFrameChg>
      </pc:sldChg>
      <pc:sldChg chg="add del">
        <pc:chgData name="Ishan Malik" userId="75bbfd951af34ddf" providerId="LiveId" clId="{72EBD0DD-2070-4E6C-9DD9-806D8E44FFC7}" dt="2026-10-16T13:50:25.268" v="1075"/>
        <pc:sldMkLst>
          <pc:docMk/>
          <pc:sldMk cId="3004590571" sldId="273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67236008" sldId="274"/>
        </pc:sldMkLst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2" creationId="{5B2F5C2E-4510-8A71-BB14-8166E25FAAC4}"/>
          </ac:spMkLst>
        </pc:spChg>
        <pc:spChg chg="del">
          <ac:chgData name="Ishan Malik" userId="75bbfd951af34ddf" providerId="LiveId" clId="{72EBD0DD-2070-4E6C-9DD9-806D8E44FFC7}" dt="2026-10-16T11:53:11.454" v="785" actId="478"/>
          <ac:spMkLst>
            <pc:docMk/>
            <pc:sldMk cId="67236008" sldId="274"/>
            <ac:spMk id="3" creationId="{48180530-292A-92E8-A5E8-893F6B838B3F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4" creationId="{7DC74378-5DC9-08F6-8C60-3A4641BE2D03}"/>
          </ac:spMkLst>
        </pc:spChg>
        <pc:spChg chg="add mod">
          <ac:chgData name="Ishan Malik" userId="75bbfd951af34ddf" providerId="LiveId" clId="{72EBD0DD-2070-4E6C-9DD9-806D8E44FFC7}" dt="2026-10-16T11:53:12.199" v="786"/>
          <ac:spMkLst>
            <pc:docMk/>
            <pc:sldMk cId="67236008" sldId="274"/>
            <ac:spMk id="5" creationId="{6CB58DFE-1DD1-872E-0E4C-EF3FF7187F69}"/>
          </ac:spMkLst>
        </pc:spChg>
        <pc:graphicFrameChg chg="add mod modGraphic">
          <ac:chgData name="Ishan Malik" userId="75bbfd951af34ddf" providerId="LiveId" clId="{72EBD0DD-2070-4E6C-9DD9-806D8E44FFC7}" dt="2026-10-16T11:53:32.160" v="787" actId="12385"/>
          <ac:graphicFrameMkLst>
            <pc:docMk/>
            <pc:sldMk cId="67236008" sldId="274"/>
            <ac:graphicFrameMk id="6" creationId="{2D3F36B1-2582-2D49-2665-D8660280F441}"/>
          </ac:graphicFrameMkLst>
        </pc:graphicFrameChg>
      </pc:sldChg>
      <pc:sldChg chg="add del">
        <pc:chgData name="Ishan Malik" userId="75bbfd951af34ddf" providerId="LiveId" clId="{72EBD0DD-2070-4E6C-9DD9-806D8E44FFC7}" dt="2026-10-16T13:50:25.268" v="1075"/>
        <pc:sldMkLst>
          <pc:docMk/>
          <pc:sldMk cId="2354652943" sldId="275"/>
        </pc:sldMkLst>
      </pc:sldChg>
      <pc:sldChg chg="addSp delSp modSp new del mod modAnim">
        <pc:chgData name="Ishan Malik" userId="75bbfd951af34ddf" providerId="LiveId" clId="{72EBD0DD-2070-4E6C-9DD9-806D8E44FFC7}" dt="2026-10-16T12:53:47.763" v="1032" actId="47"/>
        <pc:sldMkLst>
          <pc:docMk/>
          <pc:sldMk cId="3940422643" sldId="275"/>
        </pc:sldMkLst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2" creationId="{043911CB-D802-651A-EA77-6D28A502818A}"/>
          </ac:spMkLst>
        </pc:spChg>
        <pc:spChg chg="del">
          <ac:chgData name="Ishan Malik" userId="75bbfd951af34ddf" providerId="LiveId" clId="{72EBD0DD-2070-4E6C-9DD9-806D8E44FFC7}" dt="2026-10-16T11:54:04.598" v="789" actId="478"/>
          <ac:spMkLst>
            <pc:docMk/>
            <pc:sldMk cId="3940422643" sldId="275"/>
            <ac:spMk id="3" creationId="{2EA3EDC2-8FD2-BB0A-2920-D080529319D7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4" creationId="{623245A4-77A8-850F-1FD8-A4CC8637FBB4}"/>
          </ac:spMkLst>
        </pc:spChg>
        <pc:spChg chg="add mod">
          <ac:chgData name="Ishan Malik" userId="75bbfd951af34ddf" providerId="LiveId" clId="{72EBD0DD-2070-4E6C-9DD9-806D8E44FFC7}" dt="2026-10-16T11:54:05.336" v="790"/>
          <ac:spMkLst>
            <pc:docMk/>
            <pc:sldMk cId="3940422643" sldId="275"/>
            <ac:spMk id="5" creationId="{230C0267-7689-D2EA-3021-71037E33ED86}"/>
          </ac:spMkLst>
        </pc:spChg>
        <pc:graphicFrameChg chg="add mod modGraphic">
          <ac:chgData name="Ishan Malik" userId="75bbfd951af34ddf" providerId="LiveId" clId="{72EBD0DD-2070-4E6C-9DD9-806D8E44FFC7}" dt="2026-10-16T11:54:15.696" v="791" actId="12385"/>
          <ac:graphicFrameMkLst>
            <pc:docMk/>
            <pc:sldMk cId="3940422643" sldId="275"/>
            <ac:graphicFrameMk id="6" creationId="{79AFC3FC-AFA9-36EA-4607-C88ADD36F921}"/>
          </ac:graphicFrameMkLst>
        </pc:graphicFrameChg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3995226230" sldId="276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202625963" sldId="277"/>
        </pc:sldMkLst>
      </pc:sldChg>
      <pc:sldChg chg="add del">
        <pc:chgData name="Ishan Malik" userId="75bbfd951af34ddf" providerId="LiveId" clId="{72EBD0DD-2070-4E6C-9DD9-806D8E44FFC7}" dt="2026-10-16T13:50:25.268" v="1075"/>
        <pc:sldMkLst>
          <pc:docMk/>
          <pc:sldMk cId="1166344116" sldId="278"/>
        </pc:sldMkLst>
      </pc:sldChg>
      <pc:sldChg chg="add del">
        <pc:chgData name="Ishan Malik" userId="75bbfd951af34ddf" providerId="LiveId" clId="{72EBD0DD-2070-4E6C-9DD9-806D8E44FFC7}" dt="2026-10-16T12:53:47.763" v="1032" actId="47"/>
        <pc:sldMkLst>
          <pc:docMk/>
          <pc:sldMk cId="2654771116" sldId="278"/>
        </pc:sldMkLst>
      </pc:sldChg>
      <pc:sldChg chg="modSp new del mod addAnim delAnim modAnim">
        <pc:chgData name="Ishan Malik" userId="75bbfd951af34ddf" providerId="LiveId" clId="{72EBD0DD-2070-4E6C-9DD9-806D8E44FFC7}" dt="2026-10-16T12:53:47.763" v="1032" actId="47"/>
        <pc:sldMkLst>
          <pc:docMk/>
          <pc:sldMk cId="2902720412" sldId="279"/>
        </pc:sldMkLst>
        <pc:spChg chg="mod">
          <ac:chgData name="Ishan Malik" userId="75bbfd951af34ddf" providerId="LiveId" clId="{72EBD0DD-2070-4E6C-9DD9-806D8E44FFC7}" dt="2026-10-16T11:59:27.188" v="800"/>
          <ac:spMkLst>
            <pc:docMk/>
            <pc:sldMk cId="2902720412" sldId="279"/>
            <ac:spMk id="2" creationId="{E787F77C-81B8-E21A-0C58-64E2D75392B6}"/>
          </ac:spMkLst>
        </pc:spChg>
        <pc:spChg chg="mod">
          <ac:chgData name="Ishan Malik" userId="75bbfd951af34ddf" providerId="LiveId" clId="{72EBD0DD-2070-4E6C-9DD9-806D8E44FFC7}" dt="2026-10-16T12:03:50.431" v="825"/>
          <ac:spMkLst>
            <pc:docMk/>
            <pc:sldMk cId="2902720412" sldId="279"/>
            <ac:spMk id="3" creationId="{C5F42808-D605-4C4F-1D5A-102759A3330A}"/>
          </ac:spMkLst>
        </pc:spChg>
      </pc:sldChg>
      <pc:sldChg chg="modSp add mod modAnim">
        <pc:chgData name="Ishan Malik" userId="75bbfd951af34ddf" providerId="LiveId" clId="{72EBD0DD-2070-4E6C-9DD9-806D8E44FFC7}" dt="2026-10-16T13:59:49.889" v="1111" actId="20577"/>
        <pc:sldMkLst>
          <pc:docMk/>
          <pc:sldMk cId="3825974804" sldId="279"/>
        </pc:sldMkLst>
        <pc:spChg chg="mod">
          <ac:chgData name="Ishan Malik" userId="75bbfd951af34ddf" providerId="LiveId" clId="{72EBD0DD-2070-4E6C-9DD9-806D8E44FFC7}" dt="2026-10-16T13:59:49.889" v="1111" actId="20577"/>
          <ac:spMkLst>
            <pc:docMk/>
            <pc:sldMk cId="3825974804" sldId="279"/>
            <ac:spMk id="7" creationId="{E942911A-11BF-4CB3-6A32-A82101C0B9F1}"/>
          </ac:spMkLst>
        </pc:spChg>
      </pc:sldChg>
      <pc:sldChg chg="addSp delSp modSp new del mod">
        <pc:chgData name="Ishan Malik" userId="75bbfd951af34ddf" providerId="LiveId" clId="{72EBD0DD-2070-4E6C-9DD9-806D8E44FFC7}" dt="2026-10-16T12:53:47.763" v="1032" actId="47"/>
        <pc:sldMkLst>
          <pc:docMk/>
          <pc:sldMk cId="1578791227" sldId="280"/>
        </pc:sldMkLst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2" creationId="{715A6D95-886E-D964-E49B-D48EF23AE82B}"/>
          </ac:spMkLst>
        </pc:spChg>
        <pc:spChg chg="del mod">
          <ac:chgData name="Ishan Malik" userId="75bbfd951af34ddf" providerId="LiveId" clId="{72EBD0DD-2070-4E6C-9DD9-806D8E44FFC7}" dt="2026-10-16T12:10:20.347" v="845" actId="478"/>
          <ac:spMkLst>
            <pc:docMk/>
            <pc:sldMk cId="1578791227" sldId="280"/>
            <ac:spMk id="3" creationId="{97F16AD2-913A-5BCC-E847-E3CF9BF7AF8C}"/>
          </ac:spMkLst>
        </pc:spChg>
        <pc:spChg chg="add del">
          <ac:chgData name="Ishan Malik" userId="75bbfd951af34ddf" providerId="LiveId" clId="{72EBD0DD-2070-4E6C-9DD9-806D8E44FFC7}" dt="2026-10-16T12:05:06.777" v="838" actId="22"/>
          <ac:spMkLst>
            <pc:docMk/>
            <pc:sldMk cId="1578791227" sldId="280"/>
            <ac:spMk id="5" creationId="{027A3329-FFAD-7AB2-70A9-D8FF2B62D3A9}"/>
          </ac:spMkLst>
        </pc:spChg>
        <pc:spChg chg="add del">
          <ac:chgData name="Ishan Malik" userId="75bbfd951af34ddf" providerId="LiveId" clId="{72EBD0DD-2070-4E6C-9DD9-806D8E44FFC7}" dt="2026-10-16T12:05:35.990" v="844" actId="22"/>
          <ac:spMkLst>
            <pc:docMk/>
            <pc:sldMk cId="1578791227" sldId="280"/>
            <ac:spMk id="7" creationId="{0C43FC37-7321-A8CC-E3F1-E38696FDC323}"/>
          </ac:spMkLst>
        </pc:spChg>
        <pc:spChg chg="add del mod">
          <ac:chgData name="Ishan Malik" userId="75bbfd951af34ddf" providerId="LiveId" clId="{72EBD0DD-2070-4E6C-9DD9-806D8E44FFC7}" dt="2026-10-16T12:10:22.382" v="846" actId="478"/>
          <ac:spMkLst>
            <pc:docMk/>
            <pc:sldMk cId="1578791227" sldId="280"/>
            <ac:spMk id="9" creationId="{513F7F84-7D08-43EA-C597-9C13EC6BD681}"/>
          </ac:spMkLst>
        </pc:spChg>
        <pc:picChg chg="add">
          <ac:chgData name="Ishan Malik" userId="75bbfd951af34ddf" providerId="LiveId" clId="{72EBD0DD-2070-4E6C-9DD9-806D8E44FFC7}" dt="2026-10-16T12:10:23.189" v="847" actId="22"/>
          <ac:picMkLst>
            <pc:docMk/>
            <pc:sldMk cId="1578791227" sldId="280"/>
            <ac:picMk id="11" creationId="{CEE25D99-E561-77E1-7108-D5292D2277EE}"/>
          </ac:picMkLst>
        </pc:picChg>
      </pc:sldChg>
      <pc:sldChg chg="modSp add">
        <pc:chgData name="Ishan Malik" userId="75bbfd951af34ddf" providerId="LiveId" clId="{72EBD0DD-2070-4E6C-9DD9-806D8E44FFC7}" dt="2026-10-16T13:54:30.584" v="1083" actId="313"/>
        <pc:sldMkLst>
          <pc:docMk/>
          <pc:sldMk cId="2475668265" sldId="280"/>
        </pc:sldMkLst>
        <pc:spChg chg="mod">
          <ac:chgData name="Ishan Malik" userId="75bbfd951af34ddf" providerId="LiveId" clId="{72EBD0DD-2070-4E6C-9DD9-806D8E44FFC7}" dt="2026-10-16T13:54:30.584" v="1083" actId="313"/>
          <ac:spMkLst>
            <pc:docMk/>
            <pc:sldMk cId="2475668265" sldId="280"/>
            <ac:spMk id="7" creationId="{FDAC2107-5E8A-E041-EE8C-E0E968DEE3DF}"/>
          </ac:spMkLst>
        </pc:spChg>
      </pc:sldChg>
      <pc:sldChg chg="addSp delSp modSp new mod ord modClrScheme chgLayout">
        <pc:chgData name="Ishan Malik" userId="75bbfd951af34ddf" providerId="LiveId" clId="{72EBD0DD-2070-4E6C-9DD9-806D8E44FFC7}" dt="2026-10-16T13:54:07.444" v="1082"/>
        <pc:sldMkLst>
          <pc:docMk/>
          <pc:sldMk cId="701013432" sldId="281"/>
        </pc:sldMkLst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2" creationId="{E08F3F99-FE98-E30D-9505-609ABD68B342}"/>
          </ac:spMkLst>
        </pc:spChg>
        <pc:spChg chg="del mod ord">
          <ac:chgData name="Ishan Malik" userId="75bbfd951af34ddf" providerId="LiveId" clId="{72EBD0DD-2070-4E6C-9DD9-806D8E44FFC7}" dt="2026-10-16T12:39:04.104" v="1021" actId="700"/>
          <ac:spMkLst>
            <pc:docMk/>
            <pc:sldMk cId="701013432" sldId="281"/>
            <ac:spMk id="3" creationId="{BB636E8B-2E1C-0A70-3397-B934A91C16D8}"/>
          </ac:spMkLst>
        </pc:spChg>
        <pc:spChg chg="add mod ord">
          <ac:chgData name="Ishan Malik" userId="75bbfd951af34ddf" providerId="LiveId" clId="{72EBD0DD-2070-4E6C-9DD9-806D8E44FFC7}" dt="2026-10-16T12:39:07.854" v="1024" actId="20577"/>
          <ac:spMkLst>
            <pc:docMk/>
            <pc:sldMk cId="701013432" sldId="281"/>
            <ac:spMk id="4" creationId="{56E6698C-308C-3EBE-9BA4-B6B425894670}"/>
          </ac:spMkLst>
        </pc:spChg>
        <pc:spChg chg="add mod ord">
          <ac:chgData name="Ishan Malik" userId="75bbfd951af34ddf" providerId="LiveId" clId="{72EBD0DD-2070-4E6C-9DD9-806D8E44FFC7}" dt="2026-10-16T12:39:11.933" v="1031" actId="20577"/>
          <ac:spMkLst>
            <pc:docMk/>
            <pc:sldMk cId="701013432" sldId="281"/>
            <ac:spMk id="5" creationId="{D651E0C5-B9CE-51B7-97B9-0376B021DFEF}"/>
          </ac:spMkLst>
        </pc:spChg>
      </pc:sldChg>
      <pc:sldChg chg="modSp new mod">
        <pc:chgData name="Ishan Malik" userId="75bbfd951af34ddf" providerId="LiveId" clId="{72EBD0DD-2070-4E6C-9DD9-806D8E44FFC7}" dt="2026-10-16T12:56:13.546" v="1055" actId="20577"/>
        <pc:sldMkLst>
          <pc:docMk/>
          <pc:sldMk cId="1600338391" sldId="282"/>
        </pc:sldMkLst>
        <pc:spChg chg="mod">
          <ac:chgData name="Ishan Malik" userId="75bbfd951af34ddf" providerId="LiveId" clId="{72EBD0DD-2070-4E6C-9DD9-806D8E44FFC7}" dt="2026-10-16T12:55:49.667" v="1052"/>
          <ac:spMkLst>
            <pc:docMk/>
            <pc:sldMk cId="1600338391" sldId="282"/>
            <ac:spMk id="2" creationId="{DD241D78-B681-5297-1379-4F8ABBC1F479}"/>
          </ac:spMkLst>
        </pc:spChg>
        <pc:spChg chg="mod">
          <ac:chgData name="Ishan Malik" userId="75bbfd951af34ddf" providerId="LiveId" clId="{72EBD0DD-2070-4E6C-9DD9-806D8E44FFC7}" dt="2026-10-16T12:56:13.546" v="1055" actId="20577"/>
          <ac:spMkLst>
            <pc:docMk/>
            <pc:sldMk cId="1600338391" sldId="282"/>
            <ac:spMk id="3" creationId="{EC555074-B97A-EE11-1E49-9020A1CF7224}"/>
          </ac:spMkLst>
        </pc:spChg>
      </pc:sldChg>
      <pc:sldChg chg="modSp add del mod ord modAnim">
        <pc:chgData name="Ishan Malik" userId="75bbfd951af34ddf" providerId="LiveId" clId="{72EBD0DD-2070-4E6C-9DD9-806D8E44FFC7}" dt="2026-10-16T12:53:47.763" v="1032" actId="47"/>
        <pc:sldMkLst>
          <pc:docMk/>
          <pc:sldMk cId="2760807178" sldId="282"/>
        </pc:sldMkLst>
        <pc:spChg chg="mod">
          <ac:chgData name="Ishan Malik" userId="75bbfd951af34ddf" providerId="LiveId" clId="{72EBD0DD-2070-4E6C-9DD9-806D8E44FFC7}" dt="2026-10-16T12:32:34.646" v="899" actId="5793"/>
          <ac:spMkLst>
            <pc:docMk/>
            <pc:sldMk cId="2760807178" sldId="282"/>
            <ac:spMk id="7" creationId="{EF70DD05-BB78-6DE6-E3C1-50420AF6E7CA}"/>
          </ac:spMkLst>
        </pc:spChg>
      </pc:sldChg>
      <pc:sldChg chg="modSp new mod">
        <pc:chgData name="Ishan Malik" userId="75bbfd951af34ddf" providerId="LiveId" clId="{72EBD0DD-2070-4E6C-9DD9-806D8E44FFC7}" dt="2026-10-16T12:57:07.268" v="1060" actId="20577"/>
        <pc:sldMkLst>
          <pc:docMk/>
          <pc:sldMk cId="2345897597" sldId="283"/>
        </pc:sldMkLst>
        <pc:spChg chg="mod">
          <ac:chgData name="Ishan Malik" userId="75bbfd951af34ddf" providerId="LiveId" clId="{72EBD0DD-2070-4E6C-9DD9-806D8E44FFC7}" dt="2026-10-16T12:56:56.286" v="1057"/>
          <ac:spMkLst>
            <pc:docMk/>
            <pc:sldMk cId="2345897597" sldId="283"/>
            <ac:spMk id="2" creationId="{10F351B3-B9E4-33B5-FC82-F8BEC766FE9E}"/>
          </ac:spMkLst>
        </pc:spChg>
        <pc:spChg chg="mod">
          <ac:chgData name="Ishan Malik" userId="75bbfd951af34ddf" providerId="LiveId" clId="{72EBD0DD-2070-4E6C-9DD9-806D8E44FFC7}" dt="2026-10-16T12:57:07.268" v="1060" actId="20577"/>
          <ac:spMkLst>
            <pc:docMk/>
            <pc:sldMk cId="2345897597" sldId="283"/>
            <ac:spMk id="3" creationId="{220C6945-50B5-AD24-BA8A-DCDB2BF1163F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2499653622" sldId="283"/>
        </pc:sldMkLst>
        <pc:spChg chg="mod">
          <ac:chgData name="Ishan Malik" userId="75bbfd951af34ddf" providerId="LiveId" clId="{72EBD0DD-2070-4E6C-9DD9-806D8E44FFC7}" dt="2026-10-16T12:35:54.472" v="976" actId="20577"/>
          <ac:spMkLst>
            <pc:docMk/>
            <pc:sldMk cId="2499653622" sldId="283"/>
            <ac:spMk id="7" creationId="{98716BF6-807D-9169-4485-7D96C1DE2F5E}"/>
          </ac:spMkLst>
        </pc:spChg>
      </pc:sldChg>
      <pc:sldChg chg="modSp add del mod modAnim">
        <pc:chgData name="Ishan Malik" userId="75bbfd951af34ddf" providerId="LiveId" clId="{72EBD0DD-2070-4E6C-9DD9-806D8E44FFC7}" dt="2026-10-16T12:53:47.763" v="1032" actId="47"/>
        <pc:sldMkLst>
          <pc:docMk/>
          <pc:sldMk cId="834533051" sldId="284"/>
        </pc:sldMkLst>
        <pc:spChg chg="mod">
          <ac:chgData name="Ishan Malik" userId="75bbfd951af34ddf" providerId="LiveId" clId="{72EBD0DD-2070-4E6C-9DD9-806D8E44FFC7}" dt="2026-10-16T12:38:51.858" v="1020" actId="20577"/>
          <ac:spMkLst>
            <pc:docMk/>
            <pc:sldMk cId="834533051" sldId="284"/>
            <ac:spMk id="7" creationId="{412BFBDB-9302-B879-049A-24882391314C}"/>
          </ac:spMkLst>
        </pc:spChg>
      </pc:sldChg>
      <pc:sldChg chg="addSp delSp new mod ord">
        <pc:chgData name="Ishan Malik" userId="75bbfd951af34ddf" providerId="LiveId" clId="{72EBD0DD-2070-4E6C-9DD9-806D8E44FFC7}" dt="2026-10-16T13:55:17.620" v="1087"/>
        <pc:sldMkLst>
          <pc:docMk/>
          <pc:sldMk cId="1560119285" sldId="284"/>
        </pc:sldMkLst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2" creationId="{B3533D23-F895-3BEB-DF33-E841749FDCF0}"/>
          </ac:spMkLst>
        </pc:spChg>
        <pc:spChg chg="del">
          <ac:chgData name="Ishan Malik" userId="75bbfd951af34ddf" providerId="LiveId" clId="{72EBD0DD-2070-4E6C-9DD9-806D8E44FFC7}" dt="2026-10-16T13:02:11.925" v="1062" actId="478"/>
          <ac:spMkLst>
            <pc:docMk/>
            <pc:sldMk cId="1560119285" sldId="284"/>
            <ac:spMk id="3" creationId="{71B78E5E-A4D3-4349-42CF-49C9DE9EEFA4}"/>
          </ac:spMkLst>
        </pc:spChg>
        <pc:picChg chg="add">
          <ac:chgData name="Ishan Malik" userId="75bbfd951af34ddf" providerId="LiveId" clId="{72EBD0DD-2070-4E6C-9DD9-806D8E44FFC7}" dt="2026-10-16T13:02:12.663" v="1063" actId="22"/>
          <ac:picMkLst>
            <pc:docMk/>
            <pc:sldMk cId="1560119285" sldId="284"/>
            <ac:picMk id="5" creationId="{B7D4E983-A4AA-A71F-36D9-A35B1D8CBD42}"/>
          </ac:picMkLst>
        </pc:picChg>
      </pc:sldChg>
      <pc:sldChg chg="addSp delSp new mod">
        <pc:chgData name="Ishan Malik" userId="75bbfd951af34ddf" providerId="LiveId" clId="{72EBD0DD-2070-4E6C-9DD9-806D8E44FFC7}" dt="2026-10-16T13:02:28.708" v="1066" actId="22"/>
        <pc:sldMkLst>
          <pc:docMk/>
          <pc:sldMk cId="3647402137" sldId="285"/>
        </pc:sldMkLst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2" creationId="{749529CB-5C47-E2E3-1E11-BD40FA1E908E}"/>
          </ac:spMkLst>
        </pc:spChg>
        <pc:spChg chg="del">
          <ac:chgData name="Ishan Malik" userId="75bbfd951af34ddf" providerId="LiveId" clId="{72EBD0DD-2070-4E6C-9DD9-806D8E44FFC7}" dt="2026-10-16T13:02:18.446" v="1065" actId="478"/>
          <ac:spMkLst>
            <pc:docMk/>
            <pc:sldMk cId="3647402137" sldId="285"/>
            <ac:spMk id="3" creationId="{59EAC0F3-1252-E882-C717-5B3212ECC433}"/>
          </ac:spMkLst>
        </pc:spChg>
        <pc:picChg chg="add">
          <ac:chgData name="Ishan Malik" userId="75bbfd951af34ddf" providerId="LiveId" clId="{72EBD0DD-2070-4E6C-9DD9-806D8E44FFC7}" dt="2026-10-16T13:02:28.708" v="1066" actId="22"/>
          <ac:picMkLst>
            <pc:docMk/>
            <pc:sldMk cId="3647402137" sldId="285"/>
            <ac:picMk id="5" creationId="{8D87AD78-E8BD-17E2-62F8-B95FB77A37DE}"/>
          </ac:picMkLst>
        </pc:picChg>
      </pc:sldChg>
      <pc:sldChg chg="addSp delSp new mod">
        <pc:chgData name="Ishan Malik" userId="75bbfd951af34ddf" providerId="LiveId" clId="{72EBD0DD-2070-4E6C-9DD9-806D8E44FFC7}" dt="2026-10-16T13:11:08.313" v="1069" actId="22"/>
        <pc:sldMkLst>
          <pc:docMk/>
          <pc:sldMk cId="1372197351" sldId="286"/>
        </pc:sldMkLst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2" creationId="{0992841B-C939-4170-2ECB-DAFD71616D0C}"/>
          </ac:spMkLst>
        </pc:spChg>
        <pc:spChg chg="del">
          <ac:chgData name="Ishan Malik" userId="75bbfd951af34ddf" providerId="LiveId" clId="{72EBD0DD-2070-4E6C-9DD9-806D8E44FFC7}" dt="2026-10-16T13:11:07.671" v="1068" actId="478"/>
          <ac:spMkLst>
            <pc:docMk/>
            <pc:sldMk cId="1372197351" sldId="286"/>
            <ac:spMk id="3" creationId="{59694460-ADB9-63C1-1D2A-83A55FF7C3F6}"/>
          </ac:spMkLst>
        </pc:spChg>
        <pc:picChg chg="add">
          <ac:chgData name="Ishan Malik" userId="75bbfd951af34ddf" providerId="LiveId" clId="{72EBD0DD-2070-4E6C-9DD9-806D8E44FFC7}" dt="2026-10-16T13:11:08.313" v="1069" actId="22"/>
          <ac:picMkLst>
            <pc:docMk/>
            <pc:sldMk cId="1372197351" sldId="286"/>
            <ac:picMk id="5" creationId="{1C0C409E-1867-8AAE-CD7A-0A8CD0A41B41}"/>
          </ac:picMkLst>
        </pc:picChg>
      </pc:sldChg>
      <pc:sldChg chg="addSp delSp new mod ord">
        <pc:chgData name="Ishan Malik" userId="75bbfd951af34ddf" providerId="LiveId" clId="{72EBD0DD-2070-4E6C-9DD9-806D8E44FFC7}" dt="2026-10-16T13:51:22.942" v="1079"/>
        <pc:sldMkLst>
          <pc:docMk/>
          <pc:sldMk cId="2881740866" sldId="287"/>
        </pc:sldMkLst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2" creationId="{3099D7B1-6B93-DEE2-456A-111352668135}"/>
          </ac:spMkLst>
        </pc:spChg>
        <pc:spChg chg="del">
          <ac:chgData name="Ishan Malik" userId="75bbfd951af34ddf" providerId="LiveId" clId="{72EBD0DD-2070-4E6C-9DD9-806D8E44FFC7}" dt="2026-10-16T13:40:17.470" v="1071" actId="478"/>
          <ac:spMkLst>
            <pc:docMk/>
            <pc:sldMk cId="2881740866" sldId="287"/>
            <ac:spMk id="3" creationId="{43181B6A-CACA-22FD-71B9-BEBEF48FBD1C}"/>
          </ac:spMkLst>
        </pc:spChg>
        <pc:picChg chg="add">
          <ac:chgData name="Ishan Malik" userId="75bbfd951af34ddf" providerId="LiveId" clId="{72EBD0DD-2070-4E6C-9DD9-806D8E44FFC7}" dt="2026-10-16T13:40:18.300" v="1072" actId="22"/>
          <ac:picMkLst>
            <pc:docMk/>
            <pc:sldMk cId="2881740866" sldId="287"/>
            <ac:picMk id="5" creationId="{D55AEC98-B707-E6FE-FD6E-037258750720}"/>
          </ac:picMkLst>
        </pc:picChg>
      </pc:sldChg>
      <pc:sldChg chg="add">
        <pc:chgData name="Ishan Malik" userId="75bbfd951af34ddf" providerId="LiveId" clId="{72EBD0DD-2070-4E6C-9DD9-806D8E44FFC7}" dt="2026-10-16T13:58:37.521" v="1088" actId="2890"/>
        <pc:sldMkLst>
          <pc:docMk/>
          <pc:sldMk cId="946037357" sldId="288"/>
        </pc:sldMkLst>
      </pc:sldChg>
      <pc:sldChg chg="modSp add mod modAnim">
        <pc:chgData name="Ishan Malik" userId="75bbfd951af34ddf" providerId="LiveId" clId="{72EBD0DD-2070-4E6C-9DD9-806D8E44FFC7}" dt="2026-10-16T14:05:20.536" v="1132" actId="20577"/>
        <pc:sldMkLst>
          <pc:docMk/>
          <pc:sldMk cId="2404380979" sldId="289"/>
        </pc:sldMkLst>
        <pc:spChg chg="mod">
          <ac:chgData name="Ishan Malik" userId="75bbfd951af34ddf" providerId="LiveId" clId="{72EBD0DD-2070-4E6C-9DD9-806D8E44FFC7}" dt="2026-10-16T14:05:20.536" v="1132" actId="20577"/>
          <ac:spMkLst>
            <pc:docMk/>
            <pc:sldMk cId="2404380979" sldId="289"/>
            <ac:spMk id="7" creationId="{F3A67794-4A97-9691-63F1-E84A05ABF576}"/>
          </ac:spMkLst>
        </pc:spChg>
      </pc:sldChg>
      <pc:sldMasterChg chg="setBg modSldLayout">
        <pc:chgData name="Ishan Malik" userId="75bbfd951af34ddf" providerId="LiveId" clId="{72EBD0DD-2070-4E6C-9DD9-806D8E44FFC7}" dt="2026-10-14T10:20:21.400" v="599"/>
        <pc:sldMasterMkLst>
          <pc:docMk/>
          <pc:sldMasterMk cId="2391897416" sldId="2147483734"/>
        </pc:sldMasterMkLst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528853156" sldId="2147483735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783954484" sldId="2147483736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470398456" sldId="2147483737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476949328" sldId="2147483738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026524870" sldId="2147483739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512930578" sldId="2147483740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4005297906" sldId="2147483741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1917291925" sldId="2147483742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2149615843" sldId="2147483743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104170515" sldId="2147483744"/>
          </pc:sldLayoutMkLst>
        </pc:sldLayoutChg>
        <pc:sldLayoutChg chg="setBg">
          <pc:chgData name="Ishan Malik" userId="75bbfd951af34ddf" providerId="LiveId" clId="{72EBD0DD-2070-4E6C-9DD9-806D8E44FFC7}" dt="2026-10-14T10:19:44.888" v="583"/>
          <pc:sldLayoutMkLst>
            <pc:docMk/>
            <pc:sldMasterMk cId="2391897416" sldId="2147483734"/>
            <pc:sldLayoutMk cId="3268131318" sldId="214748374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53DD2-7816-F6FC-3C18-F52F52589D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270EB-C8DB-9B4F-1DBA-5925160F40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65586-17EC-3BE2-F404-19EE1ACE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9BF2F-F86F-CFCF-696E-433E85BA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58CE9-585A-55AB-FFFE-F965C739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53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DE2F-F42D-C29A-DCA6-98E264089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9BD66-84CF-1AA6-E91F-01BA376C6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2F830-F2BC-7114-38F9-5BA5C1CEC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57E21-96E6-F566-362A-E468261B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B0A26-5957-ACAF-9D2E-FB9D1C09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954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94ACD-3626-A3BA-621F-B6DDCA23F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A2707-8FA4-F332-0E2B-68CD9DFF3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27F2A-E65C-7C45-845C-5394BA70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90ADB-E9EC-7F92-F443-732E22411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B0EB9-1D31-B55C-F812-733B9358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9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0825-AC13-8B04-7D7C-FAEDA8792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173E9-37FD-C274-998A-797758828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8CDA3-7D40-2F1A-D77D-9B134C51A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CDE023-1A9B-6B75-DC61-A0B32A646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6E24C-F943-F6E3-2872-764186392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04FC1-1347-D23E-1B86-B2B226DD9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94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293B0-9BE8-E535-29E7-DE2D6A7AC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393C5-4129-3376-AEA9-02DE3B6F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F083DE-999D-2A34-E30E-666AE1912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5B64F1-C5E9-DAD9-90FD-4756B96E6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678630-FA36-97C5-30E3-BAD0F51C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BCFC5-274D-068E-521D-07560C51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C5BB4-AE16-0498-2D6B-0949A019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52246-6E74-C8F8-3FAE-33D0F68A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2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2BC-F397-98CD-BA79-1D176A06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F2046D-E2D7-A192-FD3B-CE046F7A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1DB50D-E531-B2BF-CB4A-734C6E80C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9491D-E0A2-B43F-511D-C7B4A9F1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93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8C1665-DC68-D1B4-C21B-3004C7FF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23FF50-F088-7257-D60D-305692845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191CE-AA7B-4295-AE4D-E43C18FD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97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EF5B1-8597-61AB-E76B-CC71B0B68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357C3-6A16-3842-F7CF-42D4D796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0AC4E-9ED5-FAFA-7865-C5C4300AD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7D588-B438-C2AB-3B07-03D59643C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36AC4-53F8-0DB7-51C1-5D77732A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54739-9F1E-D7C9-1977-266B08CA2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9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A2EC-F4C3-7D7C-D1E7-15B4BF6E1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5AAB95-F84C-BEE8-2409-1A96850F1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9DC4C6-3F7C-19A0-A4EF-DC56E9EB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443F03-AD3C-BE94-406F-A27847FD7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0DF6-26B2-C2E3-CE13-6CA9067E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A1395-EAC9-3A4A-D40F-4A52A0EF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1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53A7-6633-5D52-9DF2-436A10D6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B8013-B2EC-823E-0150-C1D5156662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DF45-EE13-7F7D-28C5-7EEE48B6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293ED-A544-C2CA-E46C-D879694D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307A3-4C8A-3502-488F-1A8E99F1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7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A5350-F128-9DE0-5458-C7D6EEF53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BE8A7B-449E-E1FA-8366-10607D808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3AC17-0A84-1B31-82FD-C7082A78E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B4CFF-E0D7-394F-9B35-1B6DAD627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58F16-A8AE-60CA-325D-CB94B84D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3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D9E3-8579-A08F-A85C-B6564E6EF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8A6C5-A7F9-8038-6F27-25DFCC92E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F3A8C-4FB0-D34E-26B7-17E18AB4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28FDC-6B8E-40DF-9257-75FE5644A8F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7D83F-6E72-9235-C0E8-D7975394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59681-0B16-2DE8-32B8-DAEE52E99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48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512005-0CD1-5DBC-00ED-825BF5841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48312-0DD2-9F75-7432-7777ACDFD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5CF5-D5CD-E0BD-7614-D2D359F4C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A337D0-0CC8-4BBF-AA82-34B4F69696D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E803CF-5C72-0A74-12D1-4B21642D5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438A3-F345-695C-75C7-DE890850D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6EB652-6141-4F52-808C-4D7D85D6F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97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DC3687-596A-D386-74C0-696A7EEE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1BC46-EA7D-8730-2EFD-63590CDA2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2D850-747A-6FAF-5D87-37EDB357C0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D28FDC-6B8E-40DF-9257-75FE5644A8FA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1D930-1237-9E69-DB63-AD1B9B5FAE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FBC53-84E6-A2B5-975A-0B1824E78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C8A46D-F663-4EF1-89C1-1133F6D784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3357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A0EEF-DD89-DC64-D8DD-D71BC18C12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API Design Principles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06239-3D08-7827-C9F5-6B5D59566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Ishaan Malik</a:t>
            </a:r>
          </a:p>
        </p:txBody>
      </p:sp>
    </p:spTree>
    <p:extLst>
      <p:ext uri="{BB962C8B-B14F-4D97-AF65-F5344CB8AC3E}">
        <p14:creationId xmlns:p14="http://schemas.microsoft.com/office/powerpoint/2010/main" val="750024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41D78-B681-5297-1379-4F8ABBC1F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Design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55074-B97A-EE11-1E49-9020A1CF7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API Design Principles are a set of rules, architectural constraints, and best practices followed when building an Application Programming Interface (API). </a:t>
            </a:r>
          </a:p>
          <a:p>
            <a:r>
              <a:rPr lang="en-US" dirty="0"/>
              <a:t>Their primary goal is to ensure that the API is easy to use, developer-friendly, secure, scalable, and maintainable over time.</a:t>
            </a:r>
          </a:p>
        </p:txBody>
      </p:sp>
    </p:spTree>
    <p:extLst>
      <p:ext uri="{BB962C8B-B14F-4D97-AF65-F5344CB8AC3E}">
        <p14:creationId xmlns:p14="http://schemas.microsoft.com/office/powerpoint/2010/main" val="1600338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ead-only image view">
            <a:extLst>
              <a:ext uri="{FF2B5EF4-FFF2-40B4-BE49-F238E27FC236}">
                <a16:creationId xmlns:a16="http://schemas.microsoft.com/office/drawing/2014/main" id="{B7D4E983-A4AA-A71F-36D9-A35B1D8CB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149" y="0"/>
            <a:ext cx="12287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119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51B3-B9E4-33B5-FC82-F8BEC766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Pillars of API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C6945-50B5-AD24-BA8A-DCDB2BF11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/>
              <a:t>Predictability:</a:t>
            </a:r>
            <a:r>
              <a:rPr lang="en-US" dirty="0"/>
              <a:t> Endpoints should follow a consistent naming structure so developers can guess how to interact with new resources.</a:t>
            </a:r>
          </a:p>
          <a:p>
            <a:pPr lvl="0"/>
            <a:r>
              <a:rPr lang="en-US" b="1" dirty="0"/>
              <a:t>Standardization:</a:t>
            </a:r>
            <a:r>
              <a:rPr lang="en-US" dirty="0"/>
              <a:t> Utilizing existing protocols effectively (like HTTP methods, standard status codes, and JSON payloads).</a:t>
            </a:r>
          </a:p>
          <a:p>
            <a:pPr lvl="0"/>
            <a:r>
              <a:rPr lang="en-US" b="1" dirty="0"/>
              <a:t>Decoupling:</a:t>
            </a:r>
            <a:r>
              <a:rPr lang="en-US" dirty="0"/>
              <a:t> Ensuring changes to backend database schemas do not break the client application's interface.</a:t>
            </a:r>
          </a:p>
          <a:p>
            <a:pPr lvl="0"/>
            <a:r>
              <a:rPr lang="en-US" b="1" dirty="0"/>
              <a:t>Robust Tooling:</a:t>
            </a:r>
            <a:r>
              <a:rPr lang="en-US" dirty="0"/>
              <a:t> Documenting with frameworks like </a:t>
            </a:r>
            <a:r>
              <a:rPr lang="en-US" b="1" dirty="0" err="1"/>
              <a:t>OpenAPI</a:t>
            </a:r>
            <a:r>
              <a:rPr lang="en-US" b="1" dirty="0"/>
              <a:t> / Swagger</a:t>
            </a:r>
            <a:r>
              <a:rPr lang="en-US" dirty="0"/>
              <a:t> so endpoints are easily testable.</a:t>
            </a:r>
          </a:p>
        </p:txBody>
      </p:sp>
    </p:spTree>
    <p:extLst>
      <p:ext uri="{BB962C8B-B14F-4D97-AF65-F5344CB8AC3E}">
        <p14:creationId xmlns:p14="http://schemas.microsoft.com/office/powerpoint/2010/main" val="2345897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7AD78-E8BD-17E2-62F8-B95FB77A3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0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3008E48-16C4-C8BC-87ED-ED15B8426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245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5AEC98-B707-E6FE-FD6E-037258750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740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0C409E-1867-8AAE-CD7A-0A8CD0A41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2"/>
            <a:ext cx="12192000" cy="681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197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B8BAB2-1773-0D3C-EABE-E5035F97E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590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FAEB68C-BAA0-2212-3341-942C88174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52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D153D0-246C-CF27-3A49-4301D55F1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344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3620-0B20-A057-3472-85ED6F29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E66AC-C235-A8F4-A044-EAC6F939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42911A-11BF-4CB3-6A32-A82101C0B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Which of the following URI paths correctly follows standard RESTful design principles for retrieving a specific review (ID: 5) belonging to a specific product (ID: 12)?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reviews/5?product=12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/</a:t>
            </a:r>
            <a:r>
              <a:rPr lang="en-US" dirty="0" err="1"/>
              <a:t>getProductReview</a:t>
            </a:r>
            <a:r>
              <a:rPr lang="en-US" dirty="0"/>
              <a:t>/12/5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/products/12/reviews/5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/</a:t>
            </a:r>
            <a:r>
              <a:rPr lang="en-US" dirty="0" err="1"/>
              <a:t>getReview?productId</a:t>
            </a:r>
            <a:r>
              <a:rPr lang="en-US" dirty="0"/>
              <a:t>=12&amp;reviewId=5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C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97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D024C-9F69-56D3-C7C7-E281447D3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BB90C-7201-3CF7-4DA3-D65B3100E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178962B-2EEE-82DC-0D52-D4ABA56CE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What's the main benefit of a standard error shape like Problem Details?</a:t>
            </a:r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makes errors shorter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calling app writes one error-handling routine that works for every endpoint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 removes the need for status codes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It's required by JSON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B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03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1CDAB-672F-6E80-2685-BC365ADFB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396CA-FC31-2757-2793-5225CECD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DAC2107-5E8A-E041-EE8C-E0E968DEE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What problem does a correlation ID solve that caching and filtration don’t?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Speed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Formatting JSON consistently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Reducing payload size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Tracing one request's path across multiple systems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D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66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1900F-EDE2-DA16-E456-32A4DF763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75B6-677A-7904-745E-C5A7C9D6A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A67794-4A97-9691-63F1-E84A05ABF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Which of the following statements regarding HTTP method safety and idempotency in REST architecture is correct?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GET is both safe and idempotent.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POST is idempotent, whereas PUT is not idempotent.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DELETE is safe because it does not modify the client-side state.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PATCH is always guaranteed to be idempotent regardless of the implementation.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</a:rPr>
              <a:t>: A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8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E6698C-308C-3EBE-9BA4-B6B4258946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651E0C5-B9CE-51B7-97B9-0376B021DF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701013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683</TotalTime>
  <Words>345</Words>
  <Application>Microsoft Office PowerPoint</Application>
  <PresentationFormat>Widescreen</PresentationFormat>
  <Paragraphs>48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1_Office Theme</vt:lpstr>
      <vt:lpstr>API Design Principles</vt:lpstr>
      <vt:lpstr>API Design Principles</vt:lpstr>
      <vt:lpstr>PowerPoint Presentation</vt:lpstr>
      <vt:lpstr>Key Pillars of API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Quick Quiz</vt:lpstr>
      <vt:lpstr>Quick Quiz</vt:lpstr>
      <vt:lpstr>Quick Quiz</vt:lpstr>
      <vt:lpstr>Quick Quiz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 Malik</dc:creator>
  <cp:lastModifiedBy>Ishan Malik</cp:lastModifiedBy>
  <cp:revision>1</cp:revision>
  <dcterms:created xsi:type="dcterms:W3CDTF">2026-09-21T09:56:51Z</dcterms:created>
  <dcterms:modified xsi:type="dcterms:W3CDTF">2026-10-16T14:05:21Z</dcterms:modified>
</cp:coreProperties>
</file>