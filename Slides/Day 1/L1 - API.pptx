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4" r:id="rId1"/>
  </p:sldMasterIdLst>
  <p:sldIdLst>
    <p:sldId id="256" r:id="rId2"/>
    <p:sldId id="258" r:id="rId3"/>
    <p:sldId id="257" r:id="rId4"/>
    <p:sldId id="269" r:id="rId5"/>
    <p:sldId id="260" r:id="rId6"/>
    <p:sldId id="25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72" r:id="rId16"/>
    <p:sldId id="270" r:id="rId17"/>
    <p:sldId id="271" r:id="rId18"/>
    <p:sldId id="273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89CF77-5A8D-4CA5-8127-DC8CC8414565}" v="229" dt="2026-10-14T10:29:40.3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n Malik" userId="75bbfd951af34ddf" providerId="LiveId" clId="{72EBD0DD-2070-4E6C-9DD9-806D8E44FFC7}"/>
    <pc:docChg chg="undo custSel addSld delSld modSld sldOrd modMainMaster">
      <pc:chgData name="Ishan Malik" userId="75bbfd951af34ddf" providerId="LiveId" clId="{72EBD0DD-2070-4E6C-9DD9-806D8E44FFC7}" dt="2026-10-14T10:31:40.924" v="609" actId="20578"/>
      <pc:docMkLst>
        <pc:docMk/>
      </pc:docMkLst>
      <pc:sldChg chg="modSp new mod">
        <pc:chgData name="Ishan Malik" userId="75bbfd951af34ddf" providerId="LiveId" clId="{72EBD0DD-2070-4E6C-9DD9-806D8E44FFC7}" dt="2026-09-22T16:56:15.633" v="557"/>
        <pc:sldMkLst>
          <pc:docMk/>
          <pc:sldMk cId="750024370" sldId="256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750024370" sldId="256"/>
            <ac:spMk id="2" creationId="{D46A0EEF-DD89-DC64-D8DD-D71BC18C1298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750024370" sldId="256"/>
            <ac:spMk id="3" creationId="{27706239-3D08-7827-C9F5-6B5D595662FE}"/>
          </ac:spMkLst>
        </pc:spChg>
      </pc:sldChg>
      <pc:sldChg chg="modSp new mod ord setBg modAnim">
        <pc:chgData name="Ishan Malik" userId="75bbfd951af34ddf" providerId="LiveId" clId="{72EBD0DD-2070-4E6C-9DD9-806D8E44FFC7}" dt="2026-10-14T10:20:21.400" v="599"/>
        <pc:sldMkLst>
          <pc:docMk/>
          <pc:sldMk cId="3328909945" sldId="257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3328909945" sldId="257"/>
            <ac:spMk id="2" creationId="{1631AFEF-1327-45A0-B171-A6B6753934E2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3328909945" sldId="257"/>
            <ac:spMk id="3" creationId="{39FC679A-45D8-6877-CB84-D2FBD71945F7}"/>
          </ac:spMkLst>
        </pc:spChg>
      </pc:sldChg>
      <pc:sldChg chg="addSp delSp modSp new mod ord">
        <pc:chgData name="Ishan Malik" userId="75bbfd951af34ddf" providerId="LiveId" clId="{72EBD0DD-2070-4E6C-9DD9-806D8E44FFC7}" dt="2026-09-22T10:16:19.892" v="95"/>
        <pc:sldMkLst>
          <pc:docMk/>
          <pc:sldMk cId="276369482" sldId="258"/>
        </pc:sldMkLst>
        <pc:picChg chg="add mod">
          <ac:chgData name="Ishan Malik" userId="75bbfd951af34ddf" providerId="LiveId" clId="{72EBD0DD-2070-4E6C-9DD9-806D8E44FFC7}" dt="2026-09-22T09:31:37.892" v="66" actId="14100"/>
          <ac:picMkLst>
            <pc:docMk/>
            <pc:sldMk cId="276369482" sldId="258"/>
            <ac:picMk id="5" creationId="{4CCC45E3-ABA0-CC10-F7A2-87B3C4666714}"/>
          </ac:picMkLst>
        </pc:picChg>
      </pc:sldChg>
      <pc:sldChg chg="modSp new mod modAnim">
        <pc:chgData name="Ishan Malik" userId="75bbfd951af34ddf" providerId="LiveId" clId="{72EBD0DD-2070-4E6C-9DD9-806D8E44FFC7}" dt="2026-10-14T10:16:00.332" v="565"/>
        <pc:sldMkLst>
          <pc:docMk/>
          <pc:sldMk cId="1589194582" sldId="259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589194582" sldId="259"/>
            <ac:spMk id="2" creationId="{D3C0F1D4-0182-6580-449B-8C1F295DE368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1589194582" sldId="259"/>
            <ac:spMk id="3" creationId="{C7E17041-7047-30BF-C61B-DAEE9A0731C3}"/>
          </ac:spMkLst>
        </pc:spChg>
      </pc:sldChg>
      <pc:sldChg chg="addSp delSp modSp add mod ord">
        <pc:chgData name="Ishan Malik" userId="75bbfd951af34ddf" providerId="LiveId" clId="{72EBD0DD-2070-4E6C-9DD9-806D8E44FFC7}" dt="2026-09-22T10:50:04.802" v="105" actId="14100"/>
        <pc:sldMkLst>
          <pc:docMk/>
          <pc:sldMk cId="4055161058" sldId="260"/>
        </pc:sldMkLst>
        <pc:picChg chg="add mod">
          <ac:chgData name="Ishan Malik" userId="75bbfd951af34ddf" providerId="LiveId" clId="{72EBD0DD-2070-4E6C-9DD9-806D8E44FFC7}" dt="2026-09-22T10:50:04.802" v="105" actId="14100"/>
          <ac:picMkLst>
            <pc:docMk/>
            <pc:sldMk cId="4055161058" sldId="260"/>
            <ac:picMk id="3" creationId="{E5EB4DFA-B50F-7DEE-41DF-3456176CE8A7}"/>
          </ac:picMkLst>
        </pc:picChg>
      </pc:sldChg>
      <pc:sldChg chg="modSp new mod modAnim">
        <pc:chgData name="Ishan Malik" userId="75bbfd951af34ddf" providerId="LiveId" clId="{72EBD0DD-2070-4E6C-9DD9-806D8E44FFC7}" dt="2026-10-14T10:17:17.586" v="574"/>
        <pc:sldMkLst>
          <pc:docMk/>
          <pc:sldMk cId="2068444819" sldId="261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2068444819" sldId="261"/>
            <ac:spMk id="2" creationId="{A44CEDE5-CCFA-B9C1-1F6B-A049F25DC6DD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2068444819" sldId="261"/>
            <ac:spMk id="3" creationId="{48FD8041-8A96-A339-E5B5-17FC2D851D20}"/>
          </ac:spMkLst>
        </pc:spChg>
      </pc:sldChg>
      <pc:sldChg chg="addSp delSp modSp add mod ord">
        <pc:chgData name="Ishan Malik" userId="75bbfd951af34ddf" providerId="LiveId" clId="{72EBD0DD-2070-4E6C-9DD9-806D8E44FFC7}" dt="2026-09-22T11:13:08.756" v="137" actId="14100"/>
        <pc:sldMkLst>
          <pc:docMk/>
          <pc:sldMk cId="1464997959" sldId="262"/>
        </pc:sldMkLst>
        <pc:picChg chg="add mod">
          <ac:chgData name="Ishan Malik" userId="75bbfd951af34ddf" providerId="LiveId" clId="{72EBD0DD-2070-4E6C-9DD9-806D8E44FFC7}" dt="2026-09-22T11:13:08.756" v="137" actId="14100"/>
          <ac:picMkLst>
            <pc:docMk/>
            <pc:sldMk cId="1464997959" sldId="262"/>
            <ac:picMk id="6" creationId="{D7C57476-2C83-11E7-0AB4-4AB04453DDA5}"/>
          </ac:picMkLst>
        </pc:picChg>
      </pc:sldChg>
      <pc:sldChg chg="addSp delSp modSp add mod">
        <pc:chgData name="Ishan Malik" userId="75bbfd951af34ddf" providerId="LiveId" clId="{72EBD0DD-2070-4E6C-9DD9-806D8E44FFC7}" dt="2026-09-22T11:37:01.195" v="142" actId="14100"/>
        <pc:sldMkLst>
          <pc:docMk/>
          <pc:sldMk cId="2891934033" sldId="263"/>
        </pc:sldMkLst>
        <pc:picChg chg="add mod">
          <ac:chgData name="Ishan Malik" userId="75bbfd951af34ddf" providerId="LiveId" clId="{72EBD0DD-2070-4E6C-9DD9-806D8E44FFC7}" dt="2026-09-22T11:37:01.195" v="142" actId="14100"/>
          <ac:picMkLst>
            <pc:docMk/>
            <pc:sldMk cId="2891934033" sldId="263"/>
            <ac:picMk id="3" creationId="{F2D634F8-A89A-34D4-377B-65725F224674}"/>
          </ac:picMkLst>
        </pc:picChg>
      </pc:sldChg>
      <pc:sldChg chg="modSp new mod ord modAnim">
        <pc:chgData name="Ishan Malik" userId="75bbfd951af34ddf" providerId="LiveId" clId="{72EBD0DD-2070-4E6C-9DD9-806D8E44FFC7}" dt="2026-10-14T10:31:40.924" v="609" actId="20578"/>
        <pc:sldMkLst>
          <pc:docMk/>
          <pc:sldMk cId="1456556091" sldId="264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456556091" sldId="264"/>
            <ac:spMk id="2" creationId="{3BB0EB9F-3387-A229-0C44-C45B8E590BE7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1456556091" sldId="264"/>
            <ac:spMk id="3" creationId="{6D4F1D1C-4E38-1345-0562-E35247E97021}"/>
          </ac:spMkLst>
        </pc:spChg>
      </pc:sldChg>
      <pc:sldChg chg="modSp add mod ord">
        <pc:chgData name="Ishan Malik" userId="75bbfd951af34ddf" providerId="LiveId" clId="{72EBD0DD-2070-4E6C-9DD9-806D8E44FFC7}" dt="2026-10-14T10:31:40.213" v="608" actId="20578"/>
        <pc:sldMkLst>
          <pc:docMk/>
          <pc:sldMk cId="4145122847" sldId="265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4145122847" sldId="265"/>
            <ac:spMk id="2" creationId="{2A0A6BB9-8535-8290-3638-470F998BE76B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4145122847" sldId="265"/>
            <ac:spMk id="3" creationId="{F2B9A149-F2AD-55B8-02B4-CAE9F294C2E1}"/>
          </ac:spMkLst>
        </pc:spChg>
      </pc:sldChg>
      <pc:sldChg chg="modSp add mod modAnim">
        <pc:chgData name="Ishan Malik" userId="75bbfd951af34ddf" providerId="LiveId" clId="{72EBD0DD-2070-4E6C-9DD9-806D8E44FFC7}" dt="2026-09-22T16:56:15.633" v="557"/>
        <pc:sldMkLst>
          <pc:docMk/>
          <pc:sldMk cId="274447625" sldId="266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274447625" sldId="266"/>
            <ac:spMk id="2" creationId="{7CDDCDD7-A3F0-06D4-6F1F-911B43CC41A1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274447625" sldId="266"/>
            <ac:spMk id="3" creationId="{9F9E7F1A-CD10-DA6A-9EF8-E6F547EAD7E9}"/>
          </ac:spMkLst>
        </pc:spChg>
      </pc:sldChg>
      <pc:sldChg chg="addSp modSp new mod modAnim">
        <pc:chgData name="Ishan Malik" userId="75bbfd951af34ddf" providerId="LiveId" clId="{72EBD0DD-2070-4E6C-9DD9-806D8E44FFC7}" dt="2026-10-14T10:29:40.344" v="603"/>
        <pc:sldMkLst>
          <pc:docMk/>
          <pc:sldMk cId="1872426190" sldId="267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872426190" sldId="267"/>
            <ac:spMk id="2" creationId="{759264EB-965B-ED95-406D-BA10F105C364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1872426190" sldId="267"/>
            <ac:spMk id="3" creationId="{1513567D-6E8F-F05E-255B-E8D4C227AA9B}"/>
          </ac:spMkLst>
        </pc:spChg>
        <pc:graphicFrameChg chg="add mod modGraphic">
          <ac:chgData name="Ishan Malik" userId="75bbfd951af34ddf" providerId="LiveId" clId="{72EBD0DD-2070-4E6C-9DD9-806D8E44FFC7}" dt="2026-09-22T12:01:26.993" v="360" actId="6549"/>
          <ac:graphicFrameMkLst>
            <pc:docMk/>
            <pc:sldMk cId="1872426190" sldId="267"/>
            <ac:graphicFrameMk id="4" creationId="{5B7D12A7-E654-BAD5-DDAE-BC74F13B7EC3}"/>
          </ac:graphicFrameMkLst>
        </pc:graphicFrameChg>
      </pc:sldChg>
      <pc:sldChg chg="addSp delSp modSp new mod">
        <pc:chgData name="Ishan Malik" userId="75bbfd951af34ddf" providerId="LiveId" clId="{72EBD0DD-2070-4E6C-9DD9-806D8E44FFC7}" dt="2026-09-22T12:17:44.739" v="368" actId="14100"/>
        <pc:sldMkLst>
          <pc:docMk/>
          <pc:sldMk cId="1248151220" sldId="268"/>
        </pc:sldMkLst>
        <pc:picChg chg="add mod">
          <ac:chgData name="Ishan Malik" userId="75bbfd951af34ddf" providerId="LiveId" clId="{72EBD0DD-2070-4E6C-9DD9-806D8E44FFC7}" dt="2026-09-22T12:17:44.739" v="368" actId="14100"/>
          <ac:picMkLst>
            <pc:docMk/>
            <pc:sldMk cId="1248151220" sldId="268"/>
            <ac:picMk id="5" creationId="{8571F240-5982-BC89-14AB-E511BB45EFED}"/>
          </ac:picMkLst>
        </pc:picChg>
      </pc:sldChg>
      <pc:sldChg chg="addSp delSp modSp new mod ord setBg modAnim">
        <pc:chgData name="Ishan Malik" userId="75bbfd951af34ddf" providerId="LiveId" clId="{72EBD0DD-2070-4E6C-9DD9-806D8E44FFC7}" dt="2026-10-14T10:19:44.888" v="583"/>
        <pc:sldMkLst>
          <pc:docMk/>
          <pc:sldMk cId="143988488" sldId="269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43988488" sldId="269"/>
            <ac:spMk id="2" creationId="{3022856B-8B0F-6C1F-0473-1DD41C089FFC}"/>
          </ac:spMkLst>
        </pc:spChg>
        <pc:graphicFrameChg chg="add mod ord modGraphic">
          <ac:chgData name="Ishan Malik" userId="75bbfd951af34ddf" providerId="LiveId" clId="{72EBD0DD-2070-4E6C-9DD9-806D8E44FFC7}" dt="2026-09-22T16:56:15.633" v="557"/>
          <ac:graphicFrameMkLst>
            <pc:docMk/>
            <pc:sldMk cId="143988488" sldId="269"/>
            <ac:graphicFrameMk id="4" creationId="{DEA2B125-9ABC-941F-A1BA-9D78317DE26B}"/>
          </ac:graphicFrameMkLst>
        </pc:graphicFrameChg>
      </pc:sldChg>
      <pc:sldChg chg="modSp add mod ord modAnim">
        <pc:chgData name="Ishan Malik" userId="75bbfd951af34ddf" providerId="LiveId" clId="{72EBD0DD-2070-4E6C-9DD9-806D8E44FFC7}" dt="2026-09-22T16:56:15.633" v="557"/>
        <pc:sldMkLst>
          <pc:docMk/>
          <pc:sldMk cId="3980734832" sldId="270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3980734832" sldId="270"/>
            <ac:spMk id="2" creationId="{1732E52E-2886-6C44-6947-0B030ABBF297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3980734832" sldId="270"/>
            <ac:spMk id="3" creationId="{5204ED32-5E2E-2D5D-013F-0D64827C97BA}"/>
          </ac:spMkLst>
        </pc:spChg>
      </pc:sldChg>
      <pc:sldChg chg="modSp add mod modAnim">
        <pc:chgData name="Ishan Malik" userId="75bbfd951af34ddf" providerId="LiveId" clId="{72EBD0DD-2070-4E6C-9DD9-806D8E44FFC7}" dt="2026-09-22T16:56:15.633" v="557"/>
        <pc:sldMkLst>
          <pc:docMk/>
          <pc:sldMk cId="2262532472" sldId="271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2262532472" sldId="271"/>
            <ac:spMk id="2" creationId="{4BD612CA-7782-5398-39D2-0FD29A3C76BE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2262532472" sldId="271"/>
            <ac:spMk id="3" creationId="{72D45BAC-C3E6-7E05-9B53-D8235D0F3904}"/>
          </ac:spMkLst>
        </pc:spChg>
      </pc:sldChg>
      <pc:sldChg chg="addSp delSp modSp add mod">
        <pc:chgData name="Ishan Malik" userId="75bbfd951af34ddf" providerId="LiveId" clId="{72EBD0DD-2070-4E6C-9DD9-806D8E44FFC7}" dt="2026-09-22T16:53:02.749" v="487" actId="14100"/>
        <pc:sldMkLst>
          <pc:docMk/>
          <pc:sldMk cId="3702303451" sldId="272"/>
        </pc:sldMkLst>
        <pc:picChg chg="add mod">
          <ac:chgData name="Ishan Malik" userId="75bbfd951af34ddf" providerId="LiveId" clId="{72EBD0DD-2070-4E6C-9DD9-806D8E44FFC7}" dt="2026-09-22T16:53:02.749" v="487" actId="14100"/>
          <ac:picMkLst>
            <pc:docMk/>
            <pc:sldMk cId="3702303451" sldId="272"/>
            <ac:picMk id="3" creationId="{FE393A2E-2B59-3A84-5AB6-D236115A07CF}"/>
          </ac:picMkLst>
        </pc:picChg>
      </pc:sldChg>
      <pc:sldChg chg="modSp new mod">
        <pc:chgData name="Ishan Malik" userId="75bbfd951af34ddf" providerId="LiveId" clId="{72EBD0DD-2070-4E6C-9DD9-806D8E44FFC7}" dt="2026-09-22T16:56:15.633" v="557"/>
        <pc:sldMkLst>
          <pc:docMk/>
          <pc:sldMk cId="1394337457" sldId="273"/>
        </pc:sldMkLst>
        <pc:spChg chg="mod">
          <ac:chgData name="Ishan Malik" userId="75bbfd951af34ddf" providerId="LiveId" clId="{72EBD0DD-2070-4E6C-9DD9-806D8E44FFC7}" dt="2026-09-22T16:56:15.633" v="557"/>
          <ac:spMkLst>
            <pc:docMk/>
            <pc:sldMk cId="1394337457" sldId="273"/>
            <ac:spMk id="2" creationId="{7B93E6B4-3C83-972D-C32E-7EF2314A649D}"/>
          </ac:spMkLst>
        </pc:spChg>
        <pc:spChg chg="mod">
          <ac:chgData name="Ishan Malik" userId="75bbfd951af34ddf" providerId="LiveId" clId="{72EBD0DD-2070-4E6C-9DD9-806D8E44FFC7}" dt="2026-09-22T16:56:15.633" v="557"/>
          <ac:spMkLst>
            <pc:docMk/>
            <pc:sldMk cId="1394337457" sldId="273"/>
            <ac:spMk id="3" creationId="{9AB50935-CFB0-C3D1-2A17-65BCDAA82DFC}"/>
          </ac:spMkLst>
        </pc:spChg>
      </pc:sldChg>
      <pc:sldMasterChg chg="setBg modSldLayout">
        <pc:chgData name="Ishan Malik" userId="75bbfd951af34ddf" providerId="LiveId" clId="{72EBD0DD-2070-4E6C-9DD9-806D8E44FFC7}" dt="2026-10-14T10:20:21.400" v="599"/>
        <pc:sldMasterMkLst>
          <pc:docMk/>
          <pc:sldMasterMk cId="2391897416" sldId="2147483734"/>
        </pc:sldMasterMkLst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528853156" sldId="2147483735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783954484" sldId="2147483736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470398456" sldId="2147483737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476949328" sldId="2147483738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026524870" sldId="2147483739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512930578" sldId="2147483740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4005297906" sldId="2147483741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1917291925" sldId="2147483742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2149615843" sldId="2147483743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104170515" sldId="2147483744"/>
          </pc:sldLayoutMkLst>
        </pc:sldLayoutChg>
        <pc:sldLayoutChg chg="setBg">
          <pc:chgData name="Ishan Malik" userId="75bbfd951af34ddf" providerId="LiveId" clId="{72EBD0DD-2070-4E6C-9DD9-806D8E44FFC7}" dt="2026-10-14T10:19:44.888" v="583"/>
          <pc:sldLayoutMkLst>
            <pc:docMk/>
            <pc:sldMasterMk cId="2391897416" sldId="2147483734"/>
            <pc:sldLayoutMk cId="3268131318" sldId="2147483745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53DD2-7816-F6FC-3C18-F52F52589D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270EB-C8DB-9B4F-1DBA-5925160F4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A65586-17EC-3BE2-F404-19EE1ACE8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99BF2F-F86F-CFCF-696E-433E85BA4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058CE9-585A-55AB-FFFE-F965C739D6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8531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83DE2F-F42D-C29A-DCA6-98E264089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59BD66-84CF-1AA6-E91F-01BA376C6B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2F830-F2BC-7114-38F9-5BA5C1CEC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B57E21-96E6-F566-362A-E468261BE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EB0A26-5957-ACAF-9D2E-FB9D1C09C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954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C94ACD-3626-A3BA-621F-B6DDCA23FE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DA2707-8FA4-F332-0E2B-68CD9DFF3B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127F2A-E65C-7C45-845C-5394BA702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90ADB-E9EC-7F92-F443-732E22411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7B0EB9-1D31-B55C-F812-733B93583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398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090825-AC13-8B04-7D7C-FAEDA8792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173E9-37FD-C274-998A-797758828B9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98CDA3-7D40-2F1A-D77D-9B134C51AD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DE023-1A9B-6B75-DC61-A0B32A646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D6E24C-F943-F6E3-2872-764186392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304FC1-1347-D23E-1B86-B2B226DD9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9493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93B0-9BE8-E535-29E7-DE2D6A7AC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D393C5-4129-3376-AEA9-02DE3B6FF0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F083DE-999D-2A34-E30E-666AE1912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C5B64F1-C5E9-DAD9-90FD-4756B96E69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78630-FA36-97C5-30E3-BAD0F51C93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8ABCFC5-274D-068E-521D-07560C519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FC5BB4-AE16-0498-2D6B-0949A019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752246-6E74-C8F8-3FAE-33D0F68A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5248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ED2BC-F397-98CD-BA79-1D176A06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2046D-E2D7-A192-FD3B-CE046F7AB7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41DB50D-E531-B2BF-CB4A-734C6E80C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99491D-E0A2-B43F-511D-C7B4A9F144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930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8C1665-DC68-D1B4-C21B-3004C7FF9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C23FF50-F088-7257-D60D-305692845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7191CE-AA7B-4295-AE4D-E43C18FD3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9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EF5B1-8597-61AB-E76B-CC71B0B68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6357C3-6A16-3842-F7CF-42D4D7961C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00AC4E-9ED5-FAFA-7865-C5C4300AD6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67D588-B438-C2AB-3B07-03D59643C2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836AC4-53F8-0DB7-51C1-5D77732A2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154739-9F1E-D7C9-1977-266B08CA2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2919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EA2EC-F4C3-7D7C-D1E7-15B4BF6E1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5AAB95-F84C-BEE8-2409-1A96850F1E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C9DC4C6-3F7C-19A0-A4EF-DC56E9EBDA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443F03-AD3C-BE94-406F-A27847FD7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1A0DF6-26B2-C2E3-CE13-6CA9067EC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1A1395-EAC9-3A4A-D40F-4A52A0EFB7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615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D053A7-6633-5D52-9DF2-436A10D6A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6B8013-B2EC-823E-0150-C1D5156662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0ADF45-EE13-7F7D-28C5-7EEE48B602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E293ED-A544-C2CA-E46C-D879694D56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307A3-4C8A-3502-488F-1A8E99F12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1705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6A5350-F128-9DE0-5458-C7D6EEF531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BE8A7B-449E-E1FA-8366-10607D8085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3AC17-0A84-1B31-82FD-C7082A78E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EB4CFF-E0D7-394F-9B35-1B6DAD627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858F16-A8AE-60CA-325D-CB94B84D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31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512005-0CD1-5DBC-00ED-825BF5841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448312-0DD2-9F75-7432-7777ACDFD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E55CF5-D5CD-E0BD-7614-D2D359F4CE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A337D0-0CC8-4BBF-AA82-34B4F69696D9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E803CF-5C72-0A74-12D1-4B21642D513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438A3-F345-695C-75C7-DE890850D4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6EB652-6141-4F52-808C-4D7D85D6F05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8974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A0EEF-DD89-DC64-D8DD-D71BC18C12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API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706239-3D08-7827-C9F5-6B5D595662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Ishaan Malik</a:t>
            </a:r>
          </a:p>
        </p:txBody>
      </p:sp>
    </p:spTree>
    <p:extLst>
      <p:ext uri="{BB962C8B-B14F-4D97-AF65-F5344CB8AC3E}">
        <p14:creationId xmlns:p14="http://schemas.microsoft.com/office/powerpoint/2010/main" val="750024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CC45E3-ABA0-CC10-F7A2-87B3C46667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694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1AFEF-1327-45A0-B171-A6B67539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API = Application Programming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FC679A-45D8-6877-CB84-D2FBD71945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An API stands for Application Programming Interface, which is a set of rules and protocols that lets different software applications communicate with each other.</a:t>
            </a:r>
          </a:p>
          <a:p>
            <a:r>
              <a:rPr lang="en-US" dirty="0"/>
              <a:t>In simple terms, it is a defined way for one software program to ask another software program for information (data) or tell it to do something (create, update or delete).</a:t>
            </a:r>
          </a:p>
        </p:txBody>
      </p:sp>
    </p:spTree>
    <p:extLst>
      <p:ext uri="{BB962C8B-B14F-4D97-AF65-F5344CB8AC3E}">
        <p14:creationId xmlns:p14="http://schemas.microsoft.com/office/powerpoint/2010/main" val="3328909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2856B-8B0F-6C1F-0473-1DD41C089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and Disadvantages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A2B125-9ABC-941F-A1BA-9D78317DE26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61788318"/>
              </p:ext>
            </p:extLst>
          </p:nvPr>
        </p:nvGraphicFramePr>
        <p:xfrm>
          <a:off x="838200" y="1825625"/>
          <a:ext cx="10515600" cy="29311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93350702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88129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Advantages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Disadvantages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9761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Connects completely different systems seamlessly (e.g., a phone app talking to a database).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Automates manual tasks by letting computers update and sync data instantly.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Saves development time by letting you plug into existing services (like Google Maps).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Cuts costs by sharing resources across web, mobile, and desktop apps.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Completely reliant on internet connectivity to function.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Requires ongoing maintenance as software and features change.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Introduces security risks if the connection point is not heavily protected.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Can become expensive if you rely heavily on paid third-party APIs.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46954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884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766E335-1D87-A0D1-7658-860793B93F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5EB4DFA-B50F-7DEE-41DF-3456176CE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1610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0F1D4-0182-6580-449B-8C1F295DE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17041-7047-30BF-C61B-DAEE9A0731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 is the structural blueprint and set of rules that defines how an API is designed, built, and operated. </a:t>
            </a:r>
          </a:p>
          <a:p>
            <a:r>
              <a:rPr lang="en-US" dirty="0"/>
              <a:t>It establishes how different software applications interact, what protocols they use, how data is formatted, and how security and performance are maintained across components.</a:t>
            </a:r>
          </a:p>
        </p:txBody>
      </p:sp>
    </p:spTree>
    <p:extLst>
      <p:ext uri="{BB962C8B-B14F-4D97-AF65-F5344CB8AC3E}">
        <p14:creationId xmlns:p14="http://schemas.microsoft.com/office/powerpoint/2010/main" val="1589194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4CEDE5-CCFA-B9C1-1F6B-A049F25DC6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Layers of API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D8041-8A96-A339-E5B5-17FC2D851D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/>
              <a:t>Interaction Layer:</a:t>
            </a:r>
            <a:r>
              <a:rPr lang="en-US" dirty="0"/>
              <a:t> The outward-facing boundary where consumer apps (web, mobile, third-party clients) connect to endpoints.</a:t>
            </a:r>
          </a:p>
          <a:p>
            <a:pPr lvl="0"/>
            <a:r>
              <a:rPr lang="en-US" b="1" dirty="0"/>
              <a:t>Application (or Orchestration) Layer:</a:t>
            </a:r>
            <a:r>
              <a:rPr lang="en-US" dirty="0"/>
              <a:t> Houses the business logic, API gateways, routing mechanisms, and access control/rate-limiting protocols.</a:t>
            </a:r>
          </a:p>
          <a:p>
            <a:pPr lvl="0"/>
            <a:r>
              <a:rPr lang="en-US" b="1" dirty="0"/>
              <a:t>Integration Layer:</a:t>
            </a:r>
            <a:r>
              <a:rPr lang="en-US" dirty="0"/>
              <a:t> Connects the API rules to internal backend microservices, functions, and enterprise components.</a:t>
            </a:r>
          </a:p>
          <a:p>
            <a:pPr lvl="0"/>
            <a:r>
              <a:rPr lang="en-US" b="1" dirty="0"/>
              <a:t>Data Layer:</a:t>
            </a:r>
            <a:r>
              <a:rPr lang="en-US" dirty="0"/>
              <a:t> Manages underlying databases, caches, and storage systems to retrieve and save information securely.</a:t>
            </a:r>
          </a:p>
        </p:txBody>
      </p:sp>
    </p:spTree>
    <p:extLst>
      <p:ext uri="{BB962C8B-B14F-4D97-AF65-F5344CB8AC3E}">
        <p14:creationId xmlns:p14="http://schemas.microsoft.com/office/powerpoint/2010/main" val="206844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C6D2309-18F3-D24C-DC63-6BB3474E1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7C57476-2C83-11E7-0AB4-4AB04453DD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204"/>
            <a:ext cx="12226634" cy="667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9979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0656118B-637E-6ACD-BD5D-A75D7E4BF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2D634F8-A89A-34D4-377B-65725F224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934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0EB9F-3387-A229-0C44-C45B8E590B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F1D1C-4E38-1345-0562-E35247E97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Which statement best describes an API contract?</a:t>
            </a:r>
          </a:p>
          <a:p>
            <a:pPr marL="0" indent="0">
              <a:buNone/>
            </a:pPr>
            <a:endParaRPr lang="en-US" b="1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database backup file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An agreement describing how software communicates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Docker image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 UI color guide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B</a:t>
            </a:r>
          </a:p>
        </p:txBody>
      </p:sp>
    </p:spTree>
    <p:extLst>
      <p:ext uri="{BB962C8B-B14F-4D97-AF65-F5344CB8AC3E}">
        <p14:creationId xmlns:p14="http://schemas.microsoft.com/office/powerpoint/2010/main" val="145655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A4EA7ED2-E744-D018-E34E-B99C0DE7E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A6BB9-8535-8290-3638-470F998BE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9A149-F2AD-55B8-02B4-CAE9F294C2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Who can be a consumer of an API?</a:t>
            </a:r>
          </a:p>
          <a:p>
            <a:pPr marL="0" indent="0">
              <a:buNone/>
            </a:pPr>
            <a:endParaRPr lang="en-US" b="1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Only browsers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Only mobile apps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Web apps, mobile apps, services and partners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Only SQL Server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C</a:t>
            </a:r>
          </a:p>
        </p:txBody>
      </p:sp>
    </p:spTree>
    <p:extLst>
      <p:ext uri="{BB962C8B-B14F-4D97-AF65-F5344CB8AC3E}">
        <p14:creationId xmlns:p14="http://schemas.microsoft.com/office/powerpoint/2010/main" val="4145122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BB292054-16AD-74D3-E674-425DF3261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DDCDD7-A3F0-06D4-6F1F-911B43CC4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E7F1A-CD10-DA6A-9EF8-E6F547EAD7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Which API type is usually limited to approved external organizations?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A. Internal</a:t>
            </a:r>
          </a:p>
          <a:p>
            <a:pPr marL="0" indent="0">
              <a:buNone/>
            </a:pPr>
            <a:r>
              <a:rPr lang="en-US" dirty="0"/>
              <a:t>B. Partner</a:t>
            </a:r>
          </a:p>
          <a:p>
            <a:pPr marL="0" indent="0">
              <a:buNone/>
            </a:pPr>
            <a:r>
              <a:rPr lang="en-US" dirty="0"/>
              <a:t>C. Public</a:t>
            </a:r>
          </a:p>
          <a:p>
            <a:pPr marL="0" indent="0">
              <a:buNone/>
            </a:pPr>
            <a:r>
              <a:rPr lang="en-US" dirty="0"/>
              <a:t>D. Localhost</a:t>
            </a:r>
          </a:p>
          <a:p>
            <a:pPr marL="514350" indent="-514350">
              <a:buFont typeface="+mj-lt"/>
              <a:buAutoNum type="alphaUcPeriod"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B</a:t>
            </a:r>
          </a:p>
        </p:txBody>
      </p:sp>
    </p:spTree>
    <p:extLst>
      <p:ext uri="{BB962C8B-B14F-4D97-AF65-F5344CB8AC3E}">
        <p14:creationId xmlns:p14="http://schemas.microsoft.com/office/powerpoint/2010/main" val="2744476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9264EB-965B-ED95-406D-BA10F105C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API Pattern: Synchronous vs Asynchronous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3567D-6E8F-F05E-255B-E8D4C227AA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600" b="1" dirty="0"/>
              <a:t>Synchronous: ask and wait | Asynchronous: submit now, finish later</a:t>
            </a:r>
            <a:endParaRPr lang="en-US" sz="2600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B7D12A7-E654-BAD5-DDAE-BC74F13B7E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2246460"/>
              </p:ext>
            </p:extLst>
          </p:nvPr>
        </p:nvGraphicFramePr>
        <p:xfrm>
          <a:off x="925576" y="2575898"/>
          <a:ext cx="10428224" cy="3413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5214112">
                  <a:extLst>
                    <a:ext uri="{9D8B030D-6E8A-4147-A177-3AD203B41FA5}">
                      <a16:colId xmlns:a16="http://schemas.microsoft.com/office/drawing/2014/main" val="2768195146"/>
                    </a:ext>
                  </a:extLst>
                </a:gridCol>
                <a:gridCol w="5214112">
                  <a:extLst>
                    <a:ext uri="{9D8B030D-6E8A-4147-A177-3AD203B41FA5}">
                      <a16:colId xmlns:a16="http://schemas.microsoft.com/office/drawing/2014/main" val="4111557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Synchronous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Asynchronous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2314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The client makes a request and waits for the response.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 client sends a request, receives a quick acknowledgement, and real work completes later.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97925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easy to understand;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immediate result; 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easier to debug for beginners.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user is not blocked;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handles longer workloads;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reduces tight coupling.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970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Use when:</a:t>
                      </a:r>
                      <a:endParaRPr lang="en-US" dirty="0"/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user needs an immediate answer.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operation is quick.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result is needed before the next step.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Use when:</a:t>
                      </a:r>
                      <a:endParaRPr lang="en-US" dirty="0"/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Work takes a long time.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Many systems must be notified.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The user does not need the final result instantly.</a:t>
                      </a:r>
                    </a:p>
                    <a:p>
                      <a:pPr marL="285750" lvl="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dirty="0"/>
                        <a:t>A background process is safer or cheaper.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9912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24261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71F240-5982-BC89-14AB-E511BB45E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202"/>
            <a:ext cx="12192000" cy="665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1512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395BFC9A-EA0D-D371-C003-927B2A505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393A2E-2B59-3A84-5AB6-D236115A0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23034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7CF162F8-EF09-95BA-44BC-4BFEAE04E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2E52E-2886-6C44-6947-0B030ABBF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4ED32-5E2E-2D5D-013F-0D64827C9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Which pattern is most natural for a long report that may take minutes?</a:t>
            </a:r>
          </a:p>
          <a:p>
            <a:pPr marL="0" indent="0">
              <a:buNone/>
            </a:pPr>
            <a:endParaRPr lang="en-US" b="1" dirty="0"/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Always synchronous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Asynchronous job pattern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Database direct access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GET only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B</a:t>
            </a:r>
          </a:p>
        </p:txBody>
      </p:sp>
    </p:spTree>
    <p:extLst>
      <p:ext uri="{BB962C8B-B14F-4D97-AF65-F5344CB8AC3E}">
        <p14:creationId xmlns:p14="http://schemas.microsoft.com/office/powerpoint/2010/main" val="3980734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6D995C15-860B-CE27-83E1-49342D10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612CA-7782-5398-39D2-0FD29A3C7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Quick Quiz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45BAC-C3E6-7E05-9B53-D8235D0F39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 the restaurant analogy, the API is most like:</a:t>
            </a:r>
          </a:p>
          <a:p>
            <a:pPr marL="0" indent="0">
              <a:buNone/>
            </a:pPr>
            <a:endParaRPr lang="en-US" b="1" dirty="0"/>
          </a:p>
          <a:p>
            <a:pPr marL="514350" lvl="0" indent="-514350">
              <a:buFont typeface="+mj-lt"/>
              <a:buAutoNum type="alphaUcPeriod"/>
            </a:pPr>
            <a:r>
              <a:rPr lang="en-US" dirty="0"/>
              <a:t>The kitchen floor</a:t>
            </a:r>
          </a:p>
          <a:p>
            <a:pPr marL="514350" lvl="0" indent="-514350">
              <a:buFont typeface="+mj-lt"/>
              <a:buAutoNum type="alphaUcPeriod"/>
            </a:pPr>
            <a:r>
              <a:rPr lang="en-US" dirty="0"/>
              <a:t>The waiter</a:t>
            </a:r>
          </a:p>
          <a:p>
            <a:pPr marL="514350" lvl="0" indent="-514350">
              <a:buFont typeface="+mj-lt"/>
              <a:buAutoNum type="alphaUcPeriod"/>
            </a:pPr>
            <a:r>
              <a:rPr lang="en-US" dirty="0"/>
              <a:t>The customer’s wallet</a:t>
            </a:r>
          </a:p>
          <a:p>
            <a:pPr marL="514350" lvl="0" indent="-514350">
              <a:buFont typeface="+mj-lt"/>
              <a:buAutoNum type="alphaUcPeriod"/>
            </a:pPr>
            <a:r>
              <a:rPr lang="en-US" dirty="0"/>
              <a:t>The restaurant building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accent1"/>
                </a:solidFill>
              </a:rPr>
              <a:t>Answer: B</a:t>
            </a:r>
          </a:p>
        </p:txBody>
      </p:sp>
    </p:spTree>
    <p:extLst>
      <p:ext uri="{BB962C8B-B14F-4D97-AF65-F5344CB8AC3E}">
        <p14:creationId xmlns:p14="http://schemas.microsoft.com/office/powerpoint/2010/main" val="22625324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3E6B4-3C83-972D-C32E-7EF2314A6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B50935-CFB0-C3D1-2A17-65BCDAA82D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394337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Helena</Template>
  <TotalTime>508</TotalTime>
  <Words>597</Words>
  <Application>Microsoft Office PowerPoint</Application>
  <PresentationFormat>Widescreen</PresentationFormat>
  <Paragraphs>92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Aptos Display</vt:lpstr>
      <vt:lpstr>Arial</vt:lpstr>
      <vt:lpstr>Office Theme</vt:lpstr>
      <vt:lpstr>API</vt:lpstr>
      <vt:lpstr>PowerPoint Presentation</vt:lpstr>
      <vt:lpstr>API = Application Programming Interface</vt:lpstr>
      <vt:lpstr>Advantages and Disadvantages</vt:lpstr>
      <vt:lpstr>PowerPoint Presentation</vt:lpstr>
      <vt:lpstr>API Architecture</vt:lpstr>
      <vt:lpstr>4 Layers of API Architecture</vt:lpstr>
      <vt:lpstr>PowerPoint Presentation</vt:lpstr>
      <vt:lpstr>PowerPoint Presentation</vt:lpstr>
      <vt:lpstr>Quick Quiz</vt:lpstr>
      <vt:lpstr>Quick Quiz</vt:lpstr>
      <vt:lpstr>Quick Quiz</vt:lpstr>
      <vt:lpstr>API Pattern: Synchronous vs Asynchronous</vt:lpstr>
      <vt:lpstr>PowerPoint Presentation</vt:lpstr>
      <vt:lpstr>PowerPoint Presentation</vt:lpstr>
      <vt:lpstr>Quick Quiz</vt:lpstr>
      <vt:lpstr>Quick Quiz</vt:lpstr>
      <vt:lpstr>The 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Ishan Malik</dc:creator>
  <cp:lastModifiedBy>Ishan Malik</cp:lastModifiedBy>
  <cp:revision>1</cp:revision>
  <dcterms:created xsi:type="dcterms:W3CDTF">2026-09-21T09:56:51Z</dcterms:created>
  <dcterms:modified xsi:type="dcterms:W3CDTF">2026-10-14T10:31:45Z</dcterms:modified>
</cp:coreProperties>
</file>