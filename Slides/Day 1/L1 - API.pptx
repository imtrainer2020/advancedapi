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58" r:id="rId3"/>
    <p:sldId id="257" r:id="rId4"/>
    <p:sldId id="269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2" r:id="rId16"/>
    <p:sldId id="270" r:id="rId17"/>
    <p:sldId id="271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89CF77-5A8D-4CA5-8127-DC8CC8414565}" v="181" dt="2026-09-22T16:56:57.7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n Malik" userId="75bbfd951af34ddf" providerId="LiveId" clId="{72EBD0DD-2070-4E6C-9DD9-806D8E44FFC7}"/>
    <pc:docChg chg="undo custSel addSld delSld modSld sldOrd">
      <pc:chgData name="Ishan Malik" userId="75bbfd951af34ddf" providerId="LiveId" clId="{72EBD0DD-2070-4E6C-9DD9-806D8E44FFC7}" dt="2026-09-22T16:57:30.530" v="561"/>
      <pc:docMkLst>
        <pc:docMk/>
      </pc:docMkLst>
      <pc:sldChg chg="modSp new mod">
        <pc:chgData name="Ishan Malik" userId="75bbfd951af34ddf" providerId="LiveId" clId="{72EBD0DD-2070-4E6C-9DD9-806D8E44FFC7}" dt="2026-09-22T16:56:15.633" v="557"/>
        <pc:sldMkLst>
          <pc:docMk/>
          <pc:sldMk cId="750024370" sldId="256"/>
        </pc:sldMkLst>
        <pc:spChg chg="mod">
          <ac:chgData name="Ishan Malik" userId="75bbfd951af34ddf" providerId="LiveId" clId="{72EBD0DD-2070-4E6C-9DD9-806D8E44FFC7}" dt="2026-09-22T16:56:15.633" v="557"/>
          <ac:spMkLst>
            <pc:docMk/>
            <pc:sldMk cId="750024370" sldId="256"/>
            <ac:spMk id="2" creationId="{D46A0EEF-DD89-DC64-D8DD-D71BC18C1298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750024370" sldId="256"/>
            <ac:spMk id="3" creationId="{27706239-3D08-7827-C9F5-6B5D595662FE}"/>
          </ac:spMkLst>
        </pc:spChg>
      </pc:sldChg>
      <pc:sldChg chg="modSp new mod ord modAnim">
        <pc:chgData name="Ishan Malik" userId="75bbfd951af34ddf" providerId="LiveId" clId="{72EBD0DD-2070-4E6C-9DD9-806D8E44FFC7}" dt="2026-09-22T16:57:30.530" v="561"/>
        <pc:sldMkLst>
          <pc:docMk/>
          <pc:sldMk cId="3328909945" sldId="257"/>
        </pc:sldMkLst>
        <pc:spChg chg="mod">
          <ac:chgData name="Ishan Malik" userId="75bbfd951af34ddf" providerId="LiveId" clId="{72EBD0DD-2070-4E6C-9DD9-806D8E44FFC7}" dt="2026-09-22T16:56:15.633" v="557"/>
          <ac:spMkLst>
            <pc:docMk/>
            <pc:sldMk cId="3328909945" sldId="257"/>
            <ac:spMk id="2" creationId="{1631AFEF-1327-45A0-B171-A6B6753934E2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3328909945" sldId="257"/>
            <ac:spMk id="3" creationId="{39FC679A-45D8-6877-CB84-D2FBD71945F7}"/>
          </ac:spMkLst>
        </pc:spChg>
      </pc:sldChg>
      <pc:sldChg chg="addSp delSp modSp new mod ord">
        <pc:chgData name="Ishan Malik" userId="75bbfd951af34ddf" providerId="LiveId" clId="{72EBD0DD-2070-4E6C-9DD9-806D8E44FFC7}" dt="2026-09-22T10:16:19.892" v="95"/>
        <pc:sldMkLst>
          <pc:docMk/>
          <pc:sldMk cId="276369482" sldId="258"/>
        </pc:sldMkLst>
        <pc:spChg chg="del">
          <ac:chgData name="Ishan Malik" userId="75bbfd951af34ddf" providerId="LiveId" clId="{72EBD0DD-2070-4E6C-9DD9-806D8E44FFC7}" dt="2026-09-22T09:31:22.689" v="63" actId="478"/>
          <ac:spMkLst>
            <pc:docMk/>
            <pc:sldMk cId="276369482" sldId="258"/>
            <ac:spMk id="2" creationId="{B68CD9E3-F33F-1CCC-3988-FB4496EF6912}"/>
          </ac:spMkLst>
        </pc:spChg>
        <pc:spChg chg="del">
          <ac:chgData name="Ishan Malik" userId="75bbfd951af34ddf" providerId="LiveId" clId="{72EBD0DD-2070-4E6C-9DD9-806D8E44FFC7}" dt="2026-09-22T09:31:20.091" v="62" actId="478"/>
          <ac:spMkLst>
            <pc:docMk/>
            <pc:sldMk cId="276369482" sldId="258"/>
            <ac:spMk id="3" creationId="{221A18D4-A785-F6DE-CA9B-4CF4082FF520}"/>
          </ac:spMkLst>
        </pc:spChg>
        <pc:picChg chg="add mod">
          <ac:chgData name="Ishan Malik" userId="75bbfd951af34ddf" providerId="LiveId" clId="{72EBD0DD-2070-4E6C-9DD9-806D8E44FFC7}" dt="2026-09-22T09:31:37.892" v="66" actId="14100"/>
          <ac:picMkLst>
            <pc:docMk/>
            <pc:sldMk cId="276369482" sldId="258"/>
            <ac:picMk id="5" creationId="{4CCC45E3-ABA0-CC10-F7A2-87B3C4666714}"/>
          </ac:picMkLst>
        </pc:picChg>
      </pc:sldChg>
      <pc:sldChg chg="modSp new mod">
        <pc:chgData name="Ishan Malik" userId="75bbfd951af34ddf" providerId="LiveId" clId="{72EBD0DD-2070-4E6C-9DD9-806D8E44FFC7}" dt="2026-09-22T16:56:15.633" v="557"/>
        <pc:sldMkLst>
          <pc:docMk/>
          <pc:sldMk cId="1589194582" sldId="259"/>
        </pc:sldMkLst>
        <pc:spChg chg="mod">
          <ac:chgData name="Ishan Malik" userId="75bbfd951af34ddf" providerId="LiveId" clId="{72EBD0DD-2070-4E6C-9DD9-806D8E44FFC7}" dt="2026-09-22T16:56:15.633" v="557"/>
          <ac:spMkLst>
            <pc:docMk/>
            <pc:sldMk cId="1589194582" sldId="259"/>
            <ac:spMk id="2" creationId="{D3C0F1D4-0182-6580-449B-8C1F295DE368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1589194582" sldId="259"/>
            <ac:spMk id="3" creationId="{C7E17041-7047-30BF-C61B-DAEE9A0731C3}"/>
          </ac:spMkLst>
        </pc:spChg>
      </pc:sldChg>
      <pc:sldChg chg="addSp delSp modSp new del mod">
        <pc:chgData name="Ishan Malik" userId="75bbfd951af34ddf" providerId="LiveId" clId="{72EBD0DD-2070-4E6C-9DD9-806D8E44FFC7}" dt="2026-09-22T10:16:15.568" v="93" actId="47"/>
        <pc:sldMkLst>
          <pc:docMk/>
          <pc:sldMk cId="2289387101" sldId="259"/>
        </pc:sldMkLst>
        <pc:spChg chg="mod">
          <ac:chgData name="Ishan Malik" userId="75bbfd951af34ddf" providerId="LiveId" clId="{72EBD0DD-2070-4E6C-9DD9-806D8E44FFC7}" dt="2026-09-22T10:15:44.477" v="85"/>
          <ac:spMkLst>
            <pc:docMk/>
            <pc:sldMk cId="2289387101" sldId="259"/>
            <ac:spMk id="2" creationId="{3A6309D0-34A2-EAC7-6DA4-8E486478F642}"/>
          </ac:spMkLst>
        </pc:spChg>
        <pc:spChg chg="del mod">
          <ac:chgData name="Ishan Malik" userId="75bbfd951af34ddf" providerId="LiveId" clId="{72EBD0DD-2070-4E6C-9DD9-806D8E44FFC7}" dt="2026-09-22T10:15:36.218" v="84" actId="22"/>
          <ac:spMkLst>
            <pc:docMk/>
            <pc:sldMk cId="2289387101" sldId="259"/>
            <ac:spMk id="3" creationId="{AACCA810-F3B9-601B-C443-39E8177C57BF}"/>
          </ac:spMkLst>
        </pc:spChg>
        <pc:picChg chg="add mod">
          <ac:chgData name="Ishan Malik" userId="75bbfd951af34ddf" providerId="LiveId" clId="{72EBD0DD-2070-4E6C-9DD9-806D8E44FFC7}" dt="2026-09-22T10:16:13.518" v="92" actId="14100"/>
          <ac:picMkLst>
            <pc:docMk/>
            <pc:sldMk cId="2289387101" sldId="259"/>
            <ac:picMk id="5" creationId="{F519A5F2-9633-928E-126F-9D707B6F8964}"/>
          </ac:picMkLst>
        </pc:picChg>
      </pc:sldChg>
      <pc:sldChg chg="addSp delSp modSp add mod ord">
        <pc:chgData name="Ishan Malik" userId="75bbfd951af34ddf" providerId="LiveId" clId="{72EBD0DD-2070-4E6C-9DD9-806D8E44FFC7}" dt="2026-09-22T10:50:04.802" v="105" actId="14100"/>
        <pc:sldMkLst>
          <pc:docMk/>
          <pc:sldMk cId="4055161058" sldId="260"/>
        </pc:sldMkLst>
        <pc:picChg chg="add mod">
          <ac:chgData name="Ishan Malik" userId="75bbfd951af34ddf" providerId="LiveId" clId="{72EBD0DD-2070-4E6C-9DD9-806D8E44FFC7}" dt="2026-09-22T10:50:04.802" v="105" actId="14100"/>
          <ac:picMkLst>
            <pc:docMk/>
            <pc:sldMk cId="4055161058" sldId="260"/>
            <ac:picMk id="3" creationId="{E5EB4DFA-B50F-7DEE-41DF-3456176CE8A7}"/>
          </ac:picMkLst>
        </pc:picChg>
        <pc:picChg chg="del">
          <ac:chgData name="Ishan Malik" userId="75bbfd951af34ddf" providerId="LiveId" clId="{72EBD0DD-2070-4E6C-9DD9-806D8E44FFC7}" dt="2026-09-22T10:49:55.382" v="102" actId="478"/>
          <ac:picMkLst>
            <pc:docMk/>
            <pc:sldMk cId="4055161058" sldId="260"/>
            <ac:picMk id="5" creationId="{17876762-0241-CE07-F27E-DFE07FF6738A}"/>
          </ac:picMkLst>
        </pc:picChg>
      </pc:sldChg>
      <pc:sldChg chg="modSp new mod">
        <pc:chgData name="Ishan Malik" userId="75bbfd951af34ddf" providerId="LiveId" clId="{72EBD0DD-2070-4E6C-9DD9-806D8E44FFC7}" dt="2026-09-22T16:56:15.633" v="557"/>
        <pc:sldMkLst>
          <pc:docMk/>
          <pc:sldMk cId="2068444819" sldId="261"/>
        </pc:sldMkLst>
        <pc:spChg chg="mod">
          <ac:chgData name="Ishan Malik" userId="75bbfd951af34ddf" providerId="LiveId" clId="{72EBD0DD-2070-4E6C-9DD9-806D8E44FFC7}" dt="2026-09-22T16:56:15.633" v="557"/>
          <ac:spMkLst>
            <pc:docMk/>
            <pc:sldMk cId="2068444819" sldId="261"/>
            <ac:spMk id="2" creationId="{A44CEDE5-CCFA-B9C1-1F6B-A049F25DC6DD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2068444819" sldId="261"/>
            <ac:spMk id="3" creationId="{48FD8041-8A96-A339-E5B5-17FC2D851D20}"/>
          </ac:spMkLst>
        </pc:spChg>
      </pc:sldChg>
      <pc:sldChg chg="addSp delSp modSp add mod ord">
        <pc:chgData name="Ishan Malik" userId="75bbfd951af34ddf" providerId="LiveId" clId="{72EBD0DD-2070-4E6C-9DD9-806D8E44FFC7}" dt="2026-09-22T11:13:08.756" v="137" actId="14100"/>
        <pc:sldMkLst>
          <pc:docMk/>
          <pc:sldMk cId="1464997959" sldId="262"/>
        </pc:sldMkLst>
        <pc:picChg chg="del">
          <ac:chgData name="Ishan Malik" userId="75bbfd951af34ddf" providerId="LiveId" clId="{72EBD0DD-2070-4E6C-9DD9-806D8E44FFC7}" dt="2026-09-22T11:10:22.237" v="128" actId="478"/>
          <ac:picMkLst>
            <pc:docMk/>
            <pc:sldMk cId="1464997959" sldId="262"/>
            <ac:picMk id="3" creationId="{98F78F5A-2074-6B43-AD83-62BC2BAE93B2}"/>
          </ac:picMkLst>
        </pc:picChg>
        <pc:picChg chg="add del mod">
          <ac:chgData name="Ishan Malik" userId="75bbfd951af34ddf" providerId="LiveId" clId="{72EBD0DD-2070-4E6C-9DD9-806D8E44FFC7}" dt="2026-09-22T11:12:54.369" v="134" actId="478"/>
          <ac:picMkLst>
            <pc:docMk/>
            <pc:sldMk cId="1464997959" sldId="262"/>
            <ac:picMk id="4" creationId="{28FE2226-9A6C-2A8F-D911-649334DA2E2F}"/>
          </ac:picMkLst>
        </pc:picChg>
        <pc:picChg chg="add mod">
          <ac:chgData name="Ishan Malik" userId="75bbfd951af34ddf" providerId="LiveId" clId="{72EBD0DD-2070-4E6C-9DD9-806D8E44FFC7}" dt="2026-09-22T11:13:08.756" v="137" actId="14100"/>
          <ac:picMkLst>
            <pc:docMk/>
            <pc:sldMk cId="1464997959" sldId="262"/>
            <ac:picMk id="6" creationId="{D7C57476-2C83-11E7-0AB4-4AB04453DDA5}"/>
          </ac:picMkLst>
        </pc:picChg>
      </pc:sldChg>
      <pc:sldChg chg="addSp delSp modSp add mod">
        <pc:chgData name="Ishan Malik" userId="75bbfd951af34ddf" providerId="LiveId" clId="{72EBD0DD-2070-4E6C-9DD9-806D8E44FFC7}" dt="2026-09-22T11:37:01.195" v="142" actId="14100"/>
        <pc:sldMkLst>
          <pc:docMk/>
          <pc:sldMk cId="2891934033" sldId="263"/>
        </pc:sldMkLst>
        <pc:picChg chg="add mod">
          <ac:chgData name="Ishan Malik" userId="75bbfd951af34ddf" providerId="LiveId" clId="{72EBD0DD-2070-4E6C-9DD9-806D8E44FFC7}" dt="2026-09-22T11:37:01.195" v="142" actId="14100"/>
          <ac:picMkLst>
            <pc:docMk/>
            <pc:sldMk cId="2891934033" sldId="263"/>
            <ac:picMk id="3" creationId="{F2D634F8-A89A-34D4-377B-65725F224674}"/>
          </ac:picMkLst>
        </pc:picChg>
        <pc:picChg chg="del">
          <ac:chgData name="Ishan Malik" userId="75bbfd951af34ddf" providerId="LiveId" clId="{72EBD0DD-2070-4E6C-9DD9-806D8E44FFC7}" dt="2026-09-22T11:36:50.458" v="139" actId="478"/>
          <ac:picMkLst>
            <pc:docMk/>
            <pc:sldMk cId="2891934033" sldId="263"/>
            <ac:picMk id="6" creationId="{54C873F1-3A95-1D70-52A9-886C1DFE39A7}"/>
          </ac:picMkLst>
        </pc:picChg>
      </pc:sldChg>
      <pc:sldChg chg="modSp new mod modAnim">
        <pc:chgData name="Ishan Malik" userId="75bbfd951af34ddf" providerId="LiveId" clId="{72EBD0DD-2070-4E6C-9DD9-806D8E44FFC7}" dt="2026-09-22T16:56:15.633" v="557"/>
        <pc:sldMkLst>
          <pc:docMk/>
          <pc:sldMk cId="1456556091" sldId="264"/>
        </pc:sldMkLst>
        <pc:spChg chg="mod">
          <ac:chgData name="Ishan Malik" userId="75bbfd951af34ddf" providerId="LiveId" clId="{72EBD0DD-2070-4E6C-9DD9-806D8E44FFC7}" dt="2026-09-22T16:56:15.633" v="557"/>
          <ac:spMkLst>
            <pc:docMk/>
            <pc:sldMk cId="1456556091" sldId="264"/>
            <ac:spMk id="2" creationId="{3BB0EB9F-3387-A229-0C44-C45B8E590BE7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1456556091" sldId="264"/>
            <ac:spMk id="3" creationId="{6D4F1D1C-4E38-1345-0562-E35247E97021}"/>
          </ac:spMkLst>
        </pc:spChg>
      </pc:sldChg>
      <pc:sldChg chg="modSp add mod">
        <pc:chgData name="Ishan Malik" userId="75bbfd951af34ddf" providerId="LiveId" clId="{72EBD0DD-2070-4E6C-9DD9-806D8E44FFC7}" dt="2026-09-22T16:56:15.633" v="557"/>
        <pc:sldMkLst>
          <pc:docMk/>
          <pc:sldMk cId="4145122847" sldId="265"/>
        </pc:sldMkLst>
        <pc:spChg chg="mod">
          <ac:chgData name="Ishan Malik" userId="75bbfd951af34ddf" providerId="LiveId" clId="{72EBD0DD-2070-4E6C-9DD9-806D8E44FFC7}" dt="2026-09-22T16:56:15.633" v="557"/>
          <ac:spMkLst>
            <pc:docMk/>
            <pc:sldMk cId="4145122847" sldId="265"/>
            <ac:spMk id="2" creationId="{2A0A6BB9-8535-8290-3638-470F998BE76B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4145122847" sldId="265"/>
            <ac:spMk id="3" creationId="{F2B9A149-F2AD-55B8-02B4-CAE9F294C2E1}"/>
          </ac:spMkLst>
        </pc:spChg>
      </pc:sldChg>
      <pc:sldChg chg="modSp add mod modAnim">
        <pc:chgData name="Ishan Malik" userId="75bbfd951af34ddf" providerId="LiveId" clId="{72EBD0DD-2070-4E6C-9DD9-806D8E44FFC7}" dt="2026-09-22T16:56:15.633" v="557"/>
        <pc:sldMkLst>
          <pc:docMk/>
          <pc:sldMk cId="274447625" sldId="266"/>
        </pc:sldMkLst>
        <pc:spChg chg="mod">
          <ac:chgData name="Ishan Malik" userId="75bbfd951af34ddf" providerId="LiveId" clId="{72EBD0DD-2070-4E6C-9DD9-806D8E44FFC7}" dt="2026-09-22T16:56:15.633" v="557"/>
          <ac:spMkLst>
            <pc:docMk/>
            <pc:sldMk cId="274447625" sldId="266"/>
            <ac:spMk id="2" creationId="{7CDDCDD7-A3F0-06D4-6F1F-911B43CC41A1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274447625" sldId="266"/>
            <ac:spMk id="3" creationId="{9F9E7F1A-CD10-DA6A-9EF8-E6F547EAD7E9}"/>
          </ac:spMkLst>
        </pc:spChg>
      </pc:sldChg>
      <pc:sldChg chg="addSp modSp new mod">
        <pc:chgData name="Ishan Malik" userId="75bbfd951af34ddf" providerId="LiveId" clId="{72EBD0DD-2070-4E6C-9DD9-806D8E44FFC7}" dt="2026-09-22T16:56:15.633" v="557"/>
        <pc:sldMkLst>
          <pc:docMk/>
          <pc:sldMk cId="1872426190" sldId="267"/>
        </pc:sldMkLst>
        <pc:spChg chg="mod">
          <ac:chgData name="Ishan Malik" userId="75bbfd951af34ddf" providerId="LiveId" clId="{72EBD0DD-2070-4E6C-9DD9-806D8E44FFC7}" dt="2026-09-22T16:56:15.633" v="557"/>
          <ac:spMkLst>
            <pc:docMk/>
            <pc:sldMk cId="1872426190" sldId="267"/>
            <ac:spMk id="2" creationId="{759264EB-965B-ED95-406D-BA10F105C364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1872426190" sldId="267"/>
            <ac:spMk id="3" creationId="{1513567D-6E8F-F05E-255B-E8D4C227AA9B}"/>
          </ac:spMkLst>
        </pc:spChg>
        <pc:graphicFrameChg chg="add mod modGraphic">
          <ac:chgData name="Ishan Malik" userId="75bbfd951af34ddf" providerId="LiveId" clId="{72EBD0DD-2070-4E6C-9DD9-806D8E44FFC7}" dt="2026-09-22T12:01:26.993" v="360" actId="6549"/>
          <ac:graphicFrameMkLst>
            <pc:docMk/>
            <pc:sldMk cId="1872426190" sldId="267"/>
            <ac:graphicFrameMk id="4" creationId="{5B7D12A7-E654-BAD5-DDAE-BC74F13B7EC3}"/>
          </ac:graphicFrameMkLst>
        </pc:graphicFrameChg>
      </pc:sldChg>
      <pc:sldChg chg="addSp delSp modSp new mod">
        <pc:chgData name="Ishan Malik" userId="75bbfd951af34ddf" providerId="LiveId" clId="{72EBD0DD-2070-4E6C-9DD9-806D8E44FFC7}" dt="2026-09-22T12:17:44.739" v="368" actId="14100"/>
        <pc:sldMkLst>
          <pc:docMk/>
          <pc:sldMk cId="1248151220" sldId="268"/>
        </pc:sldMkLst>
        <pc:spChg chg="del">
          <ac:chgData name="Ishan Malik" userId="75bbfd951af34ddf" providerId="LiveId" clId="{72EBD0DD-2070-4E6C-9DD9-806D8E44FFC7}" dt="2026-09-22T12:17:20.644" v="363" actId="478"/>
          <ac:spMkLst>
            <pc:docMk/>
            <pc:sldMk cId="1248151220" sldId="268"/>
            <ac:spMk id="2" creationId="{BA7D0D4E-CB62-3B71-5D1B-307B14796949}"/>
          </ac:spMkLst>
        </pc:spChg>
        <pc:spChg chg="del">
          <ac:chgData name="Ishan Malik" userId="75bbfd951af34ddf" providerId="LiveId" clId="{72EBD0DD-2070-4E6C-9DD9-806D8E44FFC7}" dt="2026-09-22T12:17:17.129" v="362" actId="478"/>
          <ac:spMkLst>
            <pc:docMk/>
            <pc:sldMk cId="1248151220" sldId="268"/>
            <ac:spMk id="3" creationId="{4FB56994-0B91-07E5-530E-5E8C6DF8DE7B}"/>
          </ac:spMkLst>
        </pc:spChg>
        <pc:picChg chg="add mod">
          <ac:chgData name="Ishan Malik" userId="75bbfd951af34ddf" providerId="LiveId" clId="{72EBD0DD-2070-4E6C-9DD9-806D8E44FFC7}" dt="2026-09-22T12:17:44.739" v="368" actId="14100"/>
          <ac:picMkLst>
            <pc:docMk/>
            <pc:sldMk cId="1248151220" sldId="268"/>
            <ac:picMk id="5" creationId="{8571F240-5982-BC89-14AB-E511BB45EFED}"/>
          </ac:picMkLst>
        </pc:picChg>
      </pc:sldChg>
      <pc:sldChg chg="addSp delSp modSp new mod ord modAnim">
        <pc:chgData name="Ishan Malik" userId="75bbfd951af34ddf" providerId="LiveId" clId="{72EBD0DD-2070-4E6C-9DD9-806D8E44FFC7}" dt="2026-09-22T16:56:57.796" v="559"/>
        <pc:sldMkLst>
          <pc:docMk/>
          <pc:sldMk cId="143988488" sldId="269"/>
        </pc:sldMkLst>
        <pc:spChg chg="mod">
          <ac:chgData name="Ishan Malik" userId="75bbfd951af34ddf" providerId="LiveId" clId="{72EBD0DD-2070-4E6C-9DD9-806D8E44FFC7}" dt="2026-09-22T16:56:15.633" v="557"/>
          <ac:spMkLst>
            <pc:docMk/>
            <pc:sldMk cId="143988488" sldId="269"/>
            <ac:spMk id="2" creationId="{3022856B-8B0F-6C1F-0473-1DD41C089FFC}"/>
          </ac:spMkLst>
        </pc:spChg>
        <pc:spChg chg="del">
          <ac:chgData name="Ishan Malik" userId="75bbfd951af34ddf" providerId="LiveId" clId="{72EBD0DD-2070-4E6C-9DD9-806D8E44FFC7}" dt="2026-09-22T16:13:38.231" v="384" actId="3680"/>
          <ac:spMkLst>
            <pc:docMk/>
            <pc:sldMk cId="143988488" sldId="269"/>
            <ac:spMk id="3" creationId="{553E5144-2523-ACA8-F090-4C8719FEE1F6}"/>
          </ac:spMkLst>
        </pc:spChg>
        <pc:graphicFrameChg chg="add mod ord modGraphic">
          <ac:chgData name="Ishan Malik" userId="75bbfd951af34ddf" providerId="LiveId" clId="{72EBD0DD-2070-4E6C-9DD9-806D8E44FFC7}" dt="2026-09-22T16:56:15.633" v="557"/>
          <ac:graphicFrameMkLst>
            <pc:docMk/>
            <pc:sldMk cId="143988488" sldId="269"/>
            <ac:graphicFrameMk id="4" creationId="{DEA2B125-9ABC-941F-A1BA-9D78317DE26B}"/>
          </ac:graphicFrameMkLst>
        </pc:graphicFrameChg>
      </pc:sldChg>
      <pc:sldChg chg="addSp delSp modSp add del mod">
        <pc:chgData name="Ishan Malik" userId="75bbfd951af34ddf" providerId="LiveId" clId="{72EBD0DD-2070-4E6C-9DD9-806D8E44FFC7}" dt="2026-09-22T12:31:26.334" v="377" actId="47"/>
        <pc:sldMkLst>
          <pc:docMk/>
          <pc:sldMk cId="227483502" sldId="269"/>
        </pc:sldMkLst>
        <pc:picChg chg="add del mod">
          <ac:chgData name="Ishan Malik" userId="75bbfd951af34ddf" providerId="LiveId" clId="{72EBD0DD-2070-4E6C-9DD9-806D8E44FFC7}" dt="2026-09-22T12:31:24.036" v="376" actId="478"/>
          <ac:picMkLst>
            <pc:docMk/>
            <pc:sldMk cId="227483502" sldId="269"/>
            <ac:picMk id="3" creationId="{B4568A48-FB9F-6961-E296-67B22741EA0D}"/>
          </ac:picMkLst>
        </pc:picChg>
        <pc:picChg chg="del">
          <ac:chgData name="Ishan Malik" userId="75bbfd951af34ddf" providerId="LiveId" clId="{72EBD0DD-2070-4E6C-9DD9-806D8E44FFC7}" dt="2026-09-22T12:29:57.527" v="372" actId="478"/>
          <ac:picMkLst>
            <pc:docMk/>
            <pc:sldMk cId="227483502" sldId="269"/>
            <ac:picMk id="5" creationId="{86500CC6-0EE7-CC81-769E-30C8F14727DE}"/>
          </ac:picMkLst>
        </pc:picChg>
      </pc:sldChg>
      <pc:sldChg chg="new del">
        <pc:chgData name="Ishan Malik" userId="75bbfd951af34ddf" providerId="LiveId" clId="{72EBD0DD-2070-4E6C-9DD9-806D8E44FFC7}" dt="2026-09-22T12:29:52.864" v="370" actId="680"/>
        <pc:sldMkLst>
          <pc:docMk/>
          <pc:sldMk cId="2944818930" sldId="269"/>
        </pc:sldMkLst>
      </pc:sldChg>
      <pc:sldChg chg="modSp add mod ord modAnim">
        <pc:chgData name="Ishan Malik" userId="75bbfd951af34ddf" providerId="LiveId" clId="{72EBD0DD-2070-4E6C-9DD9-806D8E44FFC7}" dt="2026-09-22T16:56:15.633" v="557"/>
        <pc:sldMkLst>
          <pc:docMk/>
          <pc:sldMk cId="3980734832" sldId="270"/>
        </pc:sldMkLst>
        <pc:spChg chg="mod">
          <ac:chgData name="Ishan Malik" userId="75bbfd951af34ddf" providerId="LiveId" clId="{72EBD0DD-2070-4E6C-9DD9-806D8E44FFC7}" dt="2026-09-22T16:56:15.633" v="557"/>
          <ac:spMkLst>
            <pc:docMk/>
            <pc:sldMk cId="3980734832" sldId="270"/>
            <ac:spMk id="2" creationId="{1732E52E-2886-6C44-6947-0B030ABBF297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3980734832" sldId="270"/>
            <ac:spMk id="3" creationId="{5204ED32-5E2E-2D5D-013F-0D64827C97BA}"/>
          </ac:spMkLst>
        </pc:spChg>
      </pc:sldChg>
      <pc:sldChg chg="modSp add mod modAnim">
        <pc:chgData name="Ishan Malik" userId="75bbfd951af34ddf" providerId="LiveId" clId="{72EBD0DD-2070-4E6C-9DD9-806D8E44FFC7}" dt="2026-09-22T16:56:15.633" v="557"/>
        <pc:sldMkLst>
          <pc:docMk/>
          <pc:sldMk cId="2262532472" sldId="271"/>
        </pc:sldMkLst>
        <pc:spChg chg="mod">
          <ac:chgData name="Ishan Malik" userId="75bbfd951af34ddf" providerId="LiveId" clId="{72EBD0DD-2070-4E6C-9DD9-806D8E44FFC7}" dt="2026-09-22T16:56:15.633" v="557"/>
          <ac:spMkLst>
            <pc:docMk/>
            <pc:sldMk cId="2262532472" sldId="271"/>
            <ac:spMk id="2" creationId="{4BD612CA-7782-5398-39D2-0FD29A3C76BE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2262532472" sldId="271"/>
            <ac:spMk id="3" creationId="{72D45BAC-C3E6-7E05-9B53-D8235D0F3904}"/>
          </ac:spMkLst>
        </pc:spChg>
      </pc:sldChg>
      <pc:sldChg chg="addSp delSp modSp add mod">
        <pc:chgData name="Ishan Malik" userId="75bbfd951af34ddf" providerId="LiveId" clId="{72EBD0DD-2070-4E6C-9DD9-806D8E44FFC7}" dt="2026-09-22T16:53:02.749" v="487" actId="14100"/>
        <pc:sldMkLst>
          <pc:docMk/>
          <pc:sldMk cId="3702303451" sldId="272"/>
        </pc:sldMkLst>
        <pc:picChg chg="add mod">
          <ac:chgData name="Ishan Malik" userId="75bbfd951af34ddf" providerId="LiveId" clId="{72EBD0DD-2070-4E6C-9DD9-806D8E44FFC7}" dt="2026-09-22T16:53:02.749" v="487" actId="14100"/>
          <ac:picMkLst>
            <pc:docMk/>
            <pc:sldMk cId="3702303451" sldId="272"/>
            <ac:picMk id="3" creationId="{FE393A2E-2B59-3A84-5AB6-D236115A07CF}"/>
          </ac:picMkLst>
        </pc:picChg>
        <pc:picChg chg="del">
          <ac:chgData name="Ishan Malik" userId="75bbfd951af34ddf" providerId="LiveId" clId="{72EBD0DD-2070-4E6C-9DD9-806D8E44FFC7}" dt="2026-09-22T16:52:40.393" v="482" actId="478"/>
          <ac:picMkLst>
            <pc:docMk/>
            <pc:sldMk cId="3702303451" sldId="272"/>
            <ac:picMk id="5" creationId="{55DEB2D2-3F7D-FC9C-E6A7-46ADD97A44CF}"/>
          </ac:picMkLst>
        </pc:picChg>
      </pc:sldChg>
      <pc:sldChg chg="modSp new mod">
        <pc:chgData name="Ishan Malik" userId="75bbfd951af34ddf" providerId="LiveId" clId="{72EBD0DD-2070-4E6C-9DD9-806D8E44FFC7}" dt="2026-09-22T16:56:15.633" v="557"/>
        <pc:sldMkLst>
          <pc:docMk/>
          <pc:sldMk cId="1394337457" sldId="273"/>
        </pc:sldMkLst>
        <pc:spChg chg="mod">
          <ac:chgData name="Ishan Malik" userId="75bbfd951af34ddf" providerId="LiveId" clId="{72EBD0DD-2070-4E6C-9DD9-806D8E44FFC7}" dt="2026-09-22T16:56:15.633" v="557"/>
          <ac:spMkLst>
            <pc:docMk/>
            <pc:sldMk cId="1394337457" sldId="273"/>
            <ac:spMk id="2" creationId="{7B93E6B4-3C83-972D-C32E-7EF2314A649D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1394337457" sldId="273"/>
            <ac:spMk id="3" creationId="{9AB50935-CFB0-C3D1-2A17-65BCDAA82DF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3DD2-7816-F6FC-3C18-F52F52589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270EB-C8DB-9B4F-1DBA-5925160F4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65586-17EC-3BE2-F404-19EE1ACE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9BF2F-F86F-CFCF-696E-433E85BA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58CE9-585A-55AB-FFFE-F965C739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53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3DE2F-F42D-C29A-DCA6-98E264089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9BD66-84CF-1AA6-E91F-01BA376C6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F830-F2BC-7114-38F9-5BA5C1CEC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57E21-96E6-F566-362A-E468261BE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B0A26-5957-ACAF-9D2E-FB9D1C09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54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4ACD-3626-A3BA-621F-B6DDCA23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A2707-8FA4-F332-0E2B-68CD9DFF3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27F2A-E65C-7C45-845C-5394BA70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90ADB-E9EC-7F92-F443-732E22411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B0EB9-1D31-B55C-F812-733B9358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9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90825-AC13-8B04-7D7C-FAEDA879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173E9-37FD-C274-998A-797758828B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8CDA3-7D40-2F1A-D77D-9B134C51A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DE023-1A9B-6B75-DC61-A0B32A646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6E24C-F943-F6E3-2872-76418639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04FC1-1347-D23E-1B86-B2B226DD9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49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93B0-9BE8-E535-29E7-DE2D6A7AC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393C5-4129-3376-AEA9-02DE3B6FF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083DE-999D-2A34-E30E-666AE1912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5B64F1-C5E9-DAD9-90FD-4756B96E6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678630-FA36-97C5-30E3-BAD0F51C9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BCFC5-274D-068E-521D-07560C51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C5BB4-AE16-0498-2D6B-0949A019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52246-6E74-C8F8-3FAE-33D0F68A8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2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D2BC-F397-98CD-BA79-1D176A06D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2046D-E2D7-A192-FD3B-CE046F7AB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DB50D-E531-B2BF-CB4A-734C6E80C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9491D-E0A2-B43F-511D-C7B4A9F14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930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8C1665-DC68-D1B4-C21B-3004C7FF9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23FF50-F088-7257-D60D-30569284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191CE-AA7B-4295-AE4D-E43C18FD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9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EF5B1-8597-61AB-E76B-CC71B0B68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357C3-6A16-3842-F7CF-42D4D7961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0AC4E-9ED5-FAFA-7865-C5C4300AD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7D588-B438-C2AB-3B07-03D59643C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36AC4-53F8-0DB7-51C1-5D77732A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54739-9F1E-D7C9-1977-266B08CA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291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A2EC-F4C3-7D7C-D1E7-15B4BF6E1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5AAB95-F84C-BEE8-2409-1A96850F1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DC4C6-3F7C-19A0-A4EF-DC56E9EBD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43F03-AD3C-BE94-406F-A27847FD7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A0DF6-26B2-C2E3-CE13-6CA9067E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A1395-EAC9-3A4A-D40F-4A52A0EF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1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53A7-6633-5D52-9DF2-436A10D6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B8013-B2EC-823E-0150-C1D515666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ADF45-EE13-7F7D-28C5-7EEE48B6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293ED-A544-C2CA-E46C-D879694D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307A3-4C8A-3502-488F-1A8E99F1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70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A5350-F128-9DE0-5458-C7D6EEF53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E8A7B-449E-E1FA-8366-10607D808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3AC17-0A84-1B31-82FD-C7082A78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B4CFF-E0D7-394F-9B35-1B6DAD627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58F16-A8AE-60CA-325D-CB94B84D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3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512005-0CD1-5DBC-00ED-825BF5841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48312-0DD2-9F75-7432-7777ACDFD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55CF5-D5CD-E0BD-7614-D2D359F4C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337D0-0CC8-4BBF-AA82-34B4F69696D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803CF-5C72-0A74-12D1-4B21642D5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438A3-F345-695C-75C7-DE890850D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97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A0EEF-DD89-DC64-D8DD-D71BC18C12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06239-3D08-7827-C9F5-6B5D595662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Ishaan Malik</a:t>
            </a:r>
          </a:p>
        </p:txBody>
      </p:sp>
    </p:spTree>
    <p:extLst>
      <p:ext uri="{BB962C8B-B14F-4D97-AF65-F5344CB8AC3E}">
        <p14:creationId xmlns:p14="http://schemas.microsoft.com/office/powerpoint/2010/main" val="75002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CC45E3-ABA0-CC10-F7A2-87B3C4666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69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1AFEF-1327-45A0-B171-A6B675393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API = Application Programming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C679A-45D8-6877-CB84-D2FBD7194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API stands for Application Programming Interface, which is a set of rules and protocols that lets different software applications communicate with each other.</a:t>
            </a:r>
          </a:p>
          <a:p>
            <a:r>
              <a:rPr lang="en-US" dirty="0"/>
              <a:t>In simple terms, it is a defined way for one software program to ask another software program for information (data) or tell it to do something (create, update or delete).</a:t>
            </a:r>
          </a:p>
        </p:txBody>
      </p:sp>
    </p:spTree>
    <p:extLst>
      <p:ext uri="{BB962C8B-B14F-4D97-AF65-F5344CB8AC3E}">
        <p14:creationId xmlns:p14="http://schemas.microsoft.com/office/powerpoint/2010/main" val="3328909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2856B-8B0F-6C1F-0473-1DD41C089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Disadvantages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A2B125-9ABC-941F-A1BA-9D78317DE2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1788318"/>
              </p:ext>
            </p:extLst>
          </p:nvPr>
        </p:nvGraphicFramePr>
        <p:xfrm>
          <a:off x="838200" y="1825625"/>
          <a:ext cx="10515600" cy="29311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3350702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088129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761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Connects completely different systems seamlessly (e.g., a phone app talking to a database).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Automates manual tasks by letting computers update and sync data instantly.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Saves development time by letting you plug into existing services (like Google Maps).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Cuts costs by sharing resources across web, mobile, and desktop apps.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Completely reliant on internet connectivity to function.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Requires ongoing maintenance as software and features change.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Introduces security risks if the connection point is not heavily protected.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Can become expensive if you rely heavily on paid third-party APIs.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695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988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E335-1D87-A0D1-7658-860793B93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EB4DFA-B50F-7DEE-41DF-3456176CE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161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0F1D4-0182-6580-449B-8C1F295D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17041-7047-30BF-C61B-DAEE9A073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the structural blueprint and set of rules that defines how an API is designed, built, and operated. </a:t>
            </a:r>
          </a:p>
          <a:p>
            <a:r>
              <a:rPr lang="en-US" dirty="0"/>
              <a:t>It establishes how different software applications interact, what protocols they use, how data is formatted, and how security and performance are maintained across components.</a:t>
            </a:r>
          </a:p>
        </p:txBody>
      </p:sp>
    </p:spTree>
    <p:extLst>
      <p:ext uri="{BB962C8B-B14F-4D97-AF65-F5344CB8AC3E}">
        <p14:creationId xmlns:p14="http://schemas.microsoft.com/office/powerpoint/2010/main" val="1589194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CEDE5-CCFA-B9C1-1F6B-A049F25DC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Layers of API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D8041-8A96-A339-E5B5-17FC2D851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Interaction Layer:</a:t>
            </a:r>
            <a:r>
              <a:rPr lang="en-US" dirty="0"/>
              <a:t> The outward-facing boundary where consumer apps (web, mobile, third-party clients) connect to endpoints.</a:t>
            </a:r>
          </a:p>
          <a:p>
            <a:pPr lvl="0"/>
            <a:r>
              <a:rPr lang="en-US" b="1" dirty="0"/>
              <a:t>Application (or Orchestration) Layer:</a:t>
            </a:r>
            <a:r>
              <a:rPr lang="en-US" dirty="0"/>
              <a:t> Houses the business logic, API gateways, routing mechanisms, and access control/rate-limiting protocols.</a:t>
            </a:r>
          </a:p>
          <a:p>
            <a:pPr lvl="0"/>
            <a:r>
              <a:rPr lang="en-US" b="1" dirty="0"/>
              <a:t>Integration Layer:</a:t>
            </a:r>
            <a:r>
              <a:rPr lang="en-US" dirty="0"/>
              <a:t> Connects the API rules to internal backend microservices, functions, and enterprise components.</a:t>
            </a:r>
          </a:p>
          <a:p>
            <a:pPr lvl="0"/>
            <a:r>
              <a:rPr lang="en-US" b="1" dirty="0"/>
              <a:t>Data Layer:</a:t>
            </a:r>
            <a:r>
              <a:rPr lang="en-US" dirty="0"/>
              <a:t> Manages underlying databases, caches, and storage systems to retrieve and save information securely.</a:t>
            </a:r>
          </a:p>
        </p:txBody>
      </p:sp>
    </p:spTree>
    <p:extLst>
      <p:ext uri="{BB962C8B-B14F-4D97-AF65-F5344CB8AC3E}">
        <p14:creationId xmlns:p14="http://schemas.microsoft.com/office/powerpoint/2010/main" val="2068444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D2309-18F3-D24C-DC63-6BB3474E1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7C57476-2C83-11E7-0AB4-4AB04453D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204"/>
            <a:ext cx="12226634" cy="667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97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6118B-637E-6ACD-BD5D-A75D7E4B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D634F8-A89A-34D4-377B-65725F224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934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0EB9F-3387-A229-0C44-C45B8E590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F1D1C-4E38-1345-0562-E35247E97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Which statement best describes an API contract?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 database backup file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An agreement describing how software communicates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 Docker image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 UI color guide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1456556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A7ED2-E744-D018-E34E-B99C0DE7E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A6BB9-8535-8290-3638-470F998BE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9A149-F2AD-55B8-02B4-CAE9F294C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Who can be a consumer of an API?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Only browsers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Only mobile apps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Web apps, mobile apps, services and partners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Only SQL Server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Answer: C</a:t>
            </a:r>
          </a:p>
        </p:txBody>
      </p:sp>
    </p:spTree>
    <p:extLst>
      <p:ext uri="{BB962C8B-B14F-4D97-AF65-F5344CB8AC3E}">
        <p14:creationId xmlns:p14="http://schemas.microsoft.com/office/powerpoint/2010/main" val="414512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92054-16AD-74D3-E674-425DF3261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DCDD7-A3F0-06D4-6F1F-911B43CC4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E7F1A-CD10-DA6A-9EF8-E6F547EAD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Which API type is usually limited to approved external organizations?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A. Internal</a:t>
            </a:r>
          </a:p>
          <a:p>
            <a:pPr marL="0" indent="0">
              <a:buNone/>
            </a:pPr>
            <a:r>
              <a:rPr lang="en-US" dirty="0"/>
              <a:t>B. Partner</a:t>
            </a:r>
          </a:p>
          <a:p>
            <a:pPr marL="0" indent="0">
              <a:buNone/>
            </a:pPr>
            <a:r>
              <a:rPr lang="en-US" dirty="0"/>
              <a:t>C. Public</a:t>
            </a:r>
          </a:p>
          <a:p>
            <a:pPr marL="0" indent="0">
              <a:buNone/>
            </a:pPr>
            <a:r>
              <a:rPr lang="en-US" dirty="0"/>
              <a:t>D. Localhost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27444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264EB-965B-ED95-406D-BA10F105C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API Pattern: Synchronous vs Asynchronous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567D-6E8F-F05E-255B-E8D4C227A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600" b="1" dirty="0"/>
              <a:t>Synchronous: ask and wait | Asynchronous: submit now, finish later</a:t>
            </a:r>
            <a:endParaRPr lang="en-US" sz="2600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7D12A7-E654-BAD5-DDAE-BC74F13B7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246460"/>
              </p:ext>
            </p:extLst>
          </p:nvPr>
        </p:nvGraphicFramePr>
        <p:xfrm>
          <a:off x="925576" y="2575898"/>
          <a:ext cx="10428224" cy="3413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214112">
                  <a:extLst>
                    <a:ext uri="{9D8B030D-6E8A-4147-A177-3AD203B41FA5}">
                      <a16:colId xmlns:a16="http://schemas.microsoft.com/office/drawing/2014/main" val="2768195146"/>
                    </a:ext>
                  </a:extLst>
                </a:gridCol>
                <a:gridCol w="5214112">
                  <a:extLst>
                    <a:ext uri="{9D8B030D-6E8A-4147-A177-3AD203B41FA5}">
                      <a16:colId xmlns:a16="http://schemas.microsoft.com/office/drawing/2014/main" val="411155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Synchronous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Asynchronous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314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 client makes a request and waits for the response.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client sends a request, receives a quick acknowledgement, and real work completes later.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92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easy to understand;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immediate result;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easier to debug for beginners.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user is not blocked;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handles longer workloads;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reduces tight coupling.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70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Use when:</a:t>
                      </a:r>
                      <a:endParaRPr lang="en-US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user needs an immediate answer.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operation is quick.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result is needed before the next step.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Use when:</a:t>
                      </a:r>
                      <a:endParaRPr lang="en-US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Work takes a long time.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Many systems must be notified.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user does not need the final result instantly.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 background process is safer or cheaper.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912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426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71F240-5982-BC89-14AB-E511BB45E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202"/>
            <a:ext cx="12192000" cy="665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51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BFC9A-EA0D-D371-C003-927B2A505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393A2E-2B59-3A84-5AB6-D236115A0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303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162F8-EF09-95BA-44BC-4BFEAE04E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2E52E-2886-6C44-6947-0B030ABBF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4ED32-5E2E-2D5D-013F-0D64827C9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Which pattern is most natural for a long report that may take minutes?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Always synchronous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Asynchronous job pattern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Database direct access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GET only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398073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95C15-860B-CE27-83E1-49342D10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612CA-7782-5398-39D2-0FD29A3C7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45BAC-C3E6-7E05-9B53-D8235D0F3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 the restaurant analogy, the API is most like:</a:t>
            </a:r>
          </a:p>
          <a:p>
            <a:pPr marL="0" indent="0">
              <a:buNone/>
            </a:pPr>
            <a:endParaRPr lang="en-US" b="1" dirty="0"/>
          </a:p>
          <a:p>
            <a:pPr marL="514350" lvl="0" indent="-514350">
              <a:buFont typeface="+mj-lt"/>
              <a:buAutoNum type="alphaUcPeriod"/>
            </a:pPr>
            <a:r>
              <a:rPr lang="en-US" dirty="0"/>
              <a:t>The kitchen floor</a:t>
            </a:r>
          </a:p>
          <a:p>
            <a:pPr marL="514350" lvl="0" indent="-514350">
              <a:buFont typeface="+mj-lt"/>
              <a:buAutoNum type="alphaUcPeriod"/>
            </a:pPr>
            <a:r>
              <a:rPr lang="en-US" dirty="0"/>
              <a:t>The waiter</a:t>
            </a:r>
          </a:p>
          <a:p>
            <a:pPr marL="514350" lvl="0" indent="-514350">
              <a:buFont typeface="+mj-lt"/>
              <a:buAutoNum type="alphaUcPeriod"/>
            </a:pPr>
            <a:r>
              <a:rPr lang="en-US" dirty="0"/>
              <a:t>The customer’s wallet</a:t>
            </a:r>
          </a:p>
          <a:p>
            <a:pPr marL="514350" lvl="0" indent="-514350">
              <a:buFont typeface="+mj-lt"/>
              <a:buAutoNum type="alphaUcPeriod"/>
            </a:pPr>
            <a:r>
              <a:rPr lang="en-US" dirty="0"/>
              <a:t>The restaurant building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226253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3E6B4-3C83-972D-C32E-7EF2314A6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50935-CFB0-C3D1-2A17-65BCDAA82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394337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415</TotalTime>
  <Words>597</Words>
  <Application>Microsoft Office PowerPoint</Application>
  <PresentationFormat>Widescreen</PresentationFormat>
  <Paragraphs>92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API</vt:lpstr>
      <vt:lpstr>PowerPoint Presentation</vt:lpstr>
      <vt:lpstr>API = Application Programming Interface</vt:lpstr>
      <vt:lpstr>Advantages and Disadvantages</vt:lpstr>
      <vt:lpstr>PowerPoint Presentation</vt:lpstr>
      <vt:lpstr>API Architecture</vt:lpstr>
      <vt:lpstr>4 Layers of API Architecture</vt:lpstr>
      <vt:lpstr>PowerPoint Presentation</vt:lpstr>
      <vt:lpstr>PowerPoint Presentation</vt:lpstr>
      <vt:lpstr>Quick Quiz</vt:lpstr>
      <vt:lpstr>Quick Quiz</vt:lpstr>
      <vt:lpstr>Quick Quiz</vt:lpstr>
      <vt:lpstr>API Pattern: Synchronous vs Asynchronous</vt:lpstr>
      <vt:lpstr>PowerPoint Presentation</vt:lpstr>
      <vt:lpstr>PowerPoint Presentation</vt:lpstr>
      <vt:lpstr>Quick Quiz</vt:lpstr>
      <vt:lpstr>Quick Quiz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Ishan Malik</dc:creator>
  <cp:lastModifiedBy>Ishan Malik</cp:lastModifiedBy>
  <cp:revision>1</cp:revision>
  <dcterms:created xsi:type="dcterms:W3CDTF">2026-09-21T09:56:51Z</dcterms:created>
  <dcterms:modified xsi:type="dcterms:W3CDTF">2026-09-22T16:57:32Z</dcterms:modified>
</cp:coreProperties>
</file>