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A1801C-3492-4A5D-AF31-A3EDC1344CFC}" v="44" dt="2026-10-15T13:48:51.5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modSld sldOrd modMainMaster">
      <pc:chgData name="Ishan Malik" userId="75bbfd951af34ddf" providerId="LiveId" clId="{72EBD0DD-2070-4E6C-9DD9-806D8E44FFC7}" dt="2026-10-15T13:48:51.587" v="136" actId="20577"/>
      <pc:docMkLst>
        <pc:docMk/>
      </pc:docMkLst>
      <pc:sldChg chg="modSp new mod">
        <pc:chgData name="Ishan Malik" userId="75bbfd951af34ddf" providerId="LiveId" clId="{72EBD0DD-2070-4E6C-9DD9-806D8E44FFC7}" dt="2026-10-15T11:36:39.753" v="13" actId="20577"/>
        <pc:sldMkLst>
          <pc:docMk/>
          <pc:sldMk cId="3632468532" sldId="256"/>
        </pc:sldMkLst>
        <pc:spChg chg="mod">
          <ac:chgData name="Ishan Malik" userId="75bbfd951af34ddf" providerId="LiveId" clId="{72EBD0DD-2070-4E6C-9DD9-806D8E44FFC7}" dt="2026-10-15T11:36:18.015" v="2" actId="20577"/>
          <ac:spMkLst>
            <pc:docMk/>
            <pc:sldMk cId="3632468532" sldId="256"/>
            <ac:spMk id="2" creationId="{AE5D27F4-579E-23AC-A85F-CFEECCCF09BE}"/>
          </ac:spMkLst>
        </pc:spChg>
        <pc:spChg chg="mod">
          <ac:chgData name="Ishan Malik" userId="75bbfd951af34ddf" providerId="LiveId" clId="{72EBD0DD-2070-4E6C-9DD9-806D8E44FFC7}" dt="2026-10-15T11:36:39.753" v="13" actId="20577"/>
          <ac:spMkLst>
            <pc:docMk/>
            <pc:sldMk cId="3632468532" sldId="256"/>
            <ac:spMk id="3" creationId="{219FE421-494F-D273-89EE-1C5C608AD2DF}"/>
          </ac:spMkLst>
        </pc:spChg>
      </pc:sldChg>
      <pc:sldChg chg="addSp delSp modSp new mod">
        <pc:chgData name="Ishan Malik" userId="75bbfd951af34ddf" providerId="LiveId" clId="{72EBD0DD-2070-4E6C-9DD9-806D8E44FFC7}" dt="2026-10-15T12:09:17.327" v="19" actId="14100"/>
        <pc:sldMkLst>
          <pc:docMk/>
          <pc:sldMk cId="3013931429" sldId="257"/>
        </pc:sldMkLst>
        <pc:spChg chg="del">
          <ac:chgData name="Ishan Malik" userId="75bbfd951af34ddf" providerId="LiveId" clId="{72EBD0DD-2070-4E6C-9DD9-806D8E44FFC7}" dt="2026-10-15T12:09:07.675" v="16" actId="478"/>
          <ac:spMkLst>
            <pc:docMk/>
            <pc:sldMk cId="3013931429" sldId="257"/>
            <ac:spMk id="2" creationId="{420B7131-8097-AAEF-4A50-B2C186FB4DFC}"/>
          </ac:spMkLst>
        </pc:spChg>
        <pc:spChg chg="del">
          <ac:chgData name="Ishan Malik" userId="75bbfd951af34ddf" providerId="LiveId" clId="{72EBD0DD-2070-4E6C-9DD9-806D8E44FFC7}" dt="2026-10-15T12:09:07.675" v="16" actId="478"/>
          <ac:spMkLst>
            <pc:docMk/>
            <pc:sldMk cId="3013931429" sldId="257"/>
            <ac:spMk id="3" creationId="{8E438998-E0CF-E7EF-8C43-F7DB85298AE9}"/>
          </ac:spMkLst>
        </pc:spChg>
        <pc:picChg chg="add mod">
          <ac:chgData name="Ishan Malik" userId="75bbfd951af34ddf" providerId="LiveId" clId="{72EBD0DD-2070-4E6C-9DD9-806D8E44FFC7}" dt="2026-10-15T12:09:17.327" v="19" actId="14100"/>
          <ac:picMkLst>
            <pc:docMk/>
            <pc:sldMk cId="3013931429" sldId="257"/>
            <ac:picMk id="5" creationId="{05E26061-75FA-DDC2-C4AF-E8B8263C9255}"/>
          </ac:picMkLst>
        </pc:picChg>
      </pc:sldChg>
      <pc:sldChg chg="addSp delSp modSp add mod">
        <pc:chgData name="Ishan Malik" userId="75bbfd951af34ddf" providerId="LiveId" clId="{72EBD0DD-2070-4E6C-9DD9-806D8E44FFC7}" dt="2026-10-15T12:15:12.779" v="35" actId="1036"/>
        <pc:sldMkLst>
          <pc:docMk/>
          <pc:sldMk cId="3534487586" sldId="258"/>
        </pc:sldMkLst>
        <pc:picChg chg="add del">
          <ac:chgData name="Ishan Malik" userId="75bbfd951af34ddf" providerId="LiveId" clId="{72EBD0DD-2070-4E6C-9DD9-806D8E44FFC7}" dt="2026-10-15T12:10:33.764" v="23" actId="478"/>
          <ac:picMkLst>
            <pc:docMk/>
            <pc:sldMk cId="3534487586" sldId="258"/>
            <ac:picMk id="3" creationId="{506160E7-51F0-BD3D-4433-57F9D05BD473}"/>
          </ac:picMkLst>
        </pc:picChg>
        <pc:picChg chg="del">
          <ac:chgData name="Ishan Malik" userId="75bbfd951af34ddf" providerId="LiveId" clId="{72EBD0DD-2070-4E6C-9DD9-806D8E44FFC7}" dt="2026-10-15T12:09:26.681" v="21" actId="478"/>
          <ac:picMkLst>
            <pc:docMk/>
            <pc:sldMk cId="3534487586" sldId="258"/>
            <ac:picMk id="5" creationId="{7FC3AE17-945B-1FB6-91B4-0815853630C2}"/>
          </ac:picMkLst>
        </pc:picChg>
        <pc:picChg chg="add del mod">
          <ac:chgData name="Ishan Malik" userId="75bbfd951af34ddf" providerId="LiveId" clId="{72EBD0DD-2070-4E6C-9DD9-806D8E44FFC7}" dt="2026-10-15T12:14:43.281" v="29" actId="478"/>
          <ac:picMkLst>
            <pc:docMk/>
            <pc:sldMk cId="3534487586" sldId="258"/>
            <ac:picMk id="6" creationId="{D78BDB30-8A9A-CE27-5BD1-DE5A0820BB12}"/>
          </ac:picMkLst>
        </pc:picChg>
        <pc:picChg chg="add del">
          <ac:chgData name="Ishan Malik" userId="75bbfd951af34ddf" providerId="LiveId" clId="{72EBD0DD-2070-4E6C-9DD9-806D8E44FFC7}" dt="2026-10-15T12:14:41.907" v="28" actId="22"/>
          <ac:picMkLst>
            <pc:docMk/>
            <pc:sldMk cId="3534487586" sldId="258"/>
            <ac:picMk id="8" creationId="{3DAC66B4-B369-4CA6-7D13-C644DA1B067A}"/>
          </ac:picMkLst>
        </pc:picChg>
        <pc:picChg chg="add mod">
          <ac:chgData name="Ishan Malik" userId="75bbfd951af34ddf" providerId="LiveId" clId="{72EBD0DD-2070-4E6C-9DD9-806D8E44FFC7}" dt="2026-10-15T12:15:12.779" v="35" actId="1036"/>
          <ac:picMkLst>
            <pc:docMk/>
            <pc:sldMk cId="3534487586" sldId="258"/>
            <ac:picMk id="10" creationId="{9AD77A61-DAED-E99D-2836-78BC66E26A19}"/>
          </ac:picMkLst>
        </pc:picChg>
      </pc:sldChg>
      <pc:sldChg chg="modSp new mod ord modAnim">
        <pc:chgData name="Ishan Malik" userId="75bbfd951af34ddf" providerId="LiveId" clId="{72EBD0DD-2070-4E6C-9DD9-806D8E44FFC7}" dt="2026-10-15T12:29:47.403" v="93"/>
        <pc:sldMkLst>
          <pc:docMk/>
          <pc:sldMk cId="1834778805" sldId="259"/>
        </pc:sldMkLst>
        <pc:spChg chg="mod">
          <ac:chgData name="Ishan Malik" userId="75bbfd951af34ddf" providerId="LiveId" clId="{72EBD0DD-2070-4E6C-9DD9-806D8E44FFC7}" dt="2026-10-15T12:17:39.631" v="39" actId="20577"/>
          <ac:spMkLst>
            <pc:docMk/>
            <pc:sldMk cId="1834778805" sldId="259"/>
            <ac:spMk id="2" creationId="{DDA6C168-0DE6-412D-DA3E-A8EEAE197ECE}"/>
          </ac:spMkLst>
        </pc:spChg>
        <pc:spChg chg="mod">
          <ac:chgData name="Ishan Malik" userId="75bbfd951af34ddf" providerId="LiveId" clId="{72EBD0DD-2070-4E6C-9DD9-806D8E44FFC7}" dt="2026-10-15T12:18:28.381" v="54"/>
          <ac:spMkLst>
            <pc:docMk/>
            <pc:sldMk cId="1834778805" sldId="259"/>
            <ac:spMk id="3" creationId="{1CC7EA1D-16BA-297A-27BB-566F2F2616E7}"/>
          </ac:spMkLst>
        </pc:spChg>
      </pc:sldChg>
      <pc:sldChg chg="addSp delSp modSp new mod">
        <pc:chgData name="Ishan Malik" userId="75bbfd951af34ddf" providerId="LiveId" clId="{72EBD0DD-2070-4E6C-9DD9-806D8E44FFC7}" dt="2026-10-15T12:21:58.291" v="69" actId="14734"/>
        <pc:sldMkLst>
          <pc:docMk/>
          <pc:sldMk cId="2477051117" sldId="260"/>
        </pc:sldMkLst>
        <pc:spChg chg="mod">
          <ac:chgData name="Ishan Malik" userId="75bbfd951af34ddf" providerId="LiveId" clId="{72EBD0DD-2070-4E6C-9DD9-806D8E44FFC7}" dt="2026-10-15T12:20:54.076" v="58"/>
          <ac:spMkLst>
            <pc:docMk/>
            <pc:sldMk cId="2477051117" sldId="260"/>
            <ac:spMk id="2" creationId="{FC7173AD-29B6-8D09-ADBE-A24A89B1C69B}"/>
          </ac:spMkLst>
        </pc:spChg>
        <pc:spChg chg="del mod">
          <ac:chgData name="Ishan Malik" userId="75bbfd951af34ddf" providerId="LiveId" clId="{72EBD0DD-2070-4E6C-9DD9-806D8E44FFC7}" dt="2026-10-15T12:21:00.362" v="60"/>
          <ac:spMkLst>
            <pc:docMk/>
            <pc:sldMk cId="2477051117" sldId="260"/>
            <ac:spMk id="3" creationId="{260F631A-C3E4-8EB2-9A8F-BA3BD1BF857C}"/>
          </ac:spMkLst>
        </pc:spChg>
        <pc:graphicFrameChg chg="add mod modGraphic">
          <ac:chgData name="Ishan Malik" userId="75bbfd951af34ddf" providerId="LiveId" clId="{72EBD0DD-2070-4E6C-9DD9-806D8E44FFC7}" dt="2026-10-15T12:21:58.291" v="69" actId="14734"/>
          <ac:graphicFrameMkLst>
            <pc:docMk/>
            <pc:sldMk cId="2477051117" sldId="260"/>
            <ac:graphicFrameMk id="4" creationId="{34480172-F25C-2F80-55A4-3B04D2CFFC79}"/>
          </ac:graphicFrameMkLst>
        </pc:graphicFrameChg>
      </pc:sldChg>
      <pc:sldChg chg="modSp new mod modAnim">
        <pc:chgData name="Ishan Malik" userId="75bbfd951af34ddf" providerId="LiveId" clId="{72EBD0DD-2070-4E6C-9DD9-806D8E44FFC7}" dt="2026-10-15T12:30:39.391" v="96" actId="20577"/>
        <pc:sldMkLst>
          <pc:docMk/>
          <pc:sldMk cId="2522128555" sldId="261"/>
        </pc:sldMkLst>
        <pc:spChg chg="mod">
          <ac:chgData name="Ishan Malik" userId="75bbfd951af34ddf" providerId="LiveId" clId="{72EBD0DD-2070-4E6C-9DD9-806D8E44FFC7}" dt="2026-10-15T12:24:54.178" v="76"/>
          <ac:spMkLst>
            <pc:docMk/>
            <pc:sldMk cId="2522128555" sldId="261"/>
            <ac:spMk id="2" creationId="{93EDD122-9C96-2EE1-F4D7-99600763ACCF}"/>
          </ac:spMkLst>
        </pc:spChg>
        <pc:spChg chg="mod">
          <ac:chgData name="Ishan Malik" userId="75bbfd951af34ddf" providerId="LiveId" clId="{72EBD0DD-2070-4E6C-9DD9-806D8E44FFC7}" dt="2026-10-15T12:30:39.391" v="96" actId="20577"/>
          <ac:spMkLst>
            <pc:docMk/>
            <pc:sldMk cId="2522128555" sldId="261"/>
            <ac:spMk id="3" creationId="{5646C0D1-75C8-B5D3-BA6E-64E1739E5731}"/>
          </ac:spMkLst>
        </pc:spChg>
      </pc:sldChg>
      <pc:sldChg chg="addSp delSp modSp new mod">
        <pc:chgData name="Ishan Malik" userId="75bbfd951af34ddf" providerId="LiveId" clId="{72EBD0DD-2070-4E6C-9DD9-806D8E44FFC7}" dt="2026-10-15T12:29:30.958" v="91" actId="14100"/>
        <pc:sldMkLst>
          <pc:docMk/>
          <pc:sldMk cId="2768299045" sldId="262"/>
        </pc:sldMkLst>
        <pc:spChg chg="del">
          <ac:chgData name="Ishan Malik" userId="75bbfd951af34ddf" providerId="LiveId" clId="{72EBD0DD-2070-4E6C-9DD9-806D8E44FFC7}" dt="2026-10-15T12:29:18.817" v="88" actId="478"/>
          <ac:spMkLst>
            <pc:docMk/>
            <pc:sldMk cId="2768299045" sldId="262"/>
            <ac:spMk id="2" creationId="{43E95851-F452-80AF-B7DB-C428B9CBD995}"/>
          </ac:spMkLst>
        </pc:spChg>
        <pc:spChg chg="del">
          <ac:chgData name="Ishan Malik" userId="75bbfd951af34ddf" providerId="LiveId" clId="{72EBD0DD-2070-4E6C-9DD9-806D8E44FFC7}" dt="2026-10-15T12:29:18.817" v="88" actId="478"/>
          <ac:spMkLst>
            <pc:docMk/>
            <pc:sldMk cId="2768299045" sldId="262"/>
            <ac:spMk id="3" creationId="{7102F16A-3B5E-45DE-ED4B-396F1CEE623D}"/>
          </ac:spMkLst>
        </pc:spChg>
        <pc:picChg chg="add mod">
          <ac:chgData name="Ishan Malik" userId="75bbfd951af34ddf" providerId="LiveId" clId="{72EBD0DD-2070-4E6C-9DD9-806D8E44FFC7}" dt="2026-10-15T12:29:30.958" v="91" actId="14100"/>
          <ac:picMkLst>
            <pc:docMk/>
            <pc:sldMk cId="2768299045" sldId="262"/>
            <ac:picMk id="5" creationId="{47299BB6-2866-04B8-F48A-BFC0E4D90B58}"/>
          </ac:picMkLst>
        </pc:picChg>
      </pc:sldChg>
      <pc:sldChg chg="modSp new mod modAnim">
        <pc:chgData name="Ishan Malik" userId="75bbfd951af34ddf" providerId="LiveId" clId="{72EBD0DD-2070-4E6C-9DD9-806D8E44FFC7}" dt="2026-10-15T13:48:51.587" v="136" actId="20577"/>
        <pc:sldMkLst>
          <pc:docMk/>
          <pc:sldMk cId="804586942" sldId="263"/>
        </pc:sldMkLst>
        <pc:spChg chg="mod">
          <ac:chgData name="Ishan Malik" userId="75bbfd951af34ddf" providerId="LiveId" clId="{72EBD0DD-2070-4E6C-9DD9-806D8E44FFC7}" dt="2026-10-15T13:23:34.152" v="105" actId="20577"/>
          <ac:spMkLst>
            <pc:docMk/>
            <pc:sldMk cId="804586942" sldId="263"/>
            <ac:spMk id="2" creationId="{8110D353-D79F-1603-B03C-433A31F4A121}"/>
          </ac:spMkLst>
        </pc:spChg>
        <pc:spChg chg="mod">
          <ac:chgData name="Ishan Malik" userId="75bbfd951af34ddf" providerId="LiveId" clId="{72EBD0DD-2070-4E6C-9DD9-806D8E44FFC7}" dt="2026-10-15T13:48:51.587" v="136" actId="20577"/>
          <ac:spMkLst>
            <pc:docMk/>
            <pc:sldMk cId="804586942" sldId="263"/>
            <ac:spMk id="3" creationId="{4ED14671-7D7B-FDC4-2052-B99152F221E9}"/>
          </ac:spMkLst>
        </pc:spChg>
      </pc:sldChg>
      <pc:sldMasterChg chg="setBg">
        <pc:chgData name="Ishan Malik" userId="75bbfd951af34ddf" providerId="LiveId" clId="{72EBD0DD-2070-4E6C-9DD9-806D8E44FFC7}" dt="2026-10-15T11:37:07.114" v="14"/>
        <pc:sldMasterMkLst>
          <pc:docMk/>
          <pc:sldMasterMk cId="984421985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5D5B-E743-8F90-2D05-A39CDB261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79462-38A8-BFE3-C3C9-28198A182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AACDC-903F-AD33-195A-63230BBA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071F7-5823-CAD7-5159-50DD3922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43C8C-469A-E779-C404-AB8CAD66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7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D392-2AB1-29C4-FA6C-40B2519E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FFC8C-FB71-4D10-F027-7F23FD7D8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F5B04-F280-97BC-BF8A-595B5BD6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1BD0C-27D8-B61F-BEB2-CB61EC5F6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DB87B-E76B-A9C4-6D13-4C2F960D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97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FDEB-FF5F-0732-3EAF-030D7820F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CEAFC-79B5-3F1F-C2F9-0776C1561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F618B-845C-5008-854A-E9924E61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A2FDE-B8EF-6076-6353-FEE85551B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DB8E0-779D-B43E-7B46-63BF210C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60C6-AA20-4D76-919B-B0CF5627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ED9A8-F16C-7E40-6296-D6CEC08F2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B61B5-EB68-14B3-5B12-69D21D2D5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D36E6-5BE4-1A5F-F67B-E5414438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20CF2-1FEC-E109-F92D-66647032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3261C-BAB8-2CAE-26CB-3F6D6BB1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78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CBEB-BF0E-63D3-D3FD-138E080F6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A51E1-A4F5-5274-530F-DCA9839B3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C4E6-0A7E-5FCA-B034-28631D91A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022F1-2397-2A1C-4647-330EBC9F1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A0551-33EF-8462-CEDD-51DAE705B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0C3EF6-97FB-33DD-E0EB-5DF14EDC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055BD-BD09-73E9-8900-1D380F97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6DF7EB-4367-B02D-69A8-24B4E829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8A2F-723D-3FEB-57AF-C3579D5E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ABA07-DF16-F9B1-C7B6-C5F533F5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8803D-28F4-4564-D2F8-E027BC18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80FDF-B1AE-4038-5834-21BA0540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6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5E5DFE-BD89-0C54-203D-04807132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47DE3-1B70-5481-AB2D-0D5A4C92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BD413-B8ED-1DB7-DA5F-ADD561FA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4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D862-0F3E-66E4-59DD-BD3DC13E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7F662-BDD5-4C53-F6F8-9B7F3ED37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3BE15-A2CB-6892-5E8B-003090186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88148-3537-728B-716B-2B5BF183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2A622-5397-E9AD-621B-9BCB472B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3D0F8-2DCA-EFB3-8C27-C7A9C80B5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0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D211-A0CB-24CA-6C97-73A791D6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A23018-2A0E-C1C1-E1CE-16472EEFAB6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ABD86-FDBA-7B70-5584-6EFAD9711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64BC1-FF1C-AF90-6DB0-F3810269E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2BDC0-924E-C69F-A8C2-5E8D7A1F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3B0CF-B576-42DA-35F2-A5DF2ECF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6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CDC9-8117-9F3B-8A64-11A10784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EAB01-928A-5F92-7ECD-B44E296D4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03F8B-AE75-1E51-30B4-B1A29FA2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435B4-C482-6844-A040-A446BC15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F5CF-A286-7E54-7B76-313C48CB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5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7055BD-008A-8793-6D57-B2CB96A20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239CA-AEB9-F642-13DC-63C59CC3B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5DD4C-EB15-A4C5-7EE0-34CA6AAA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BB6FE-B9B2-9957-3D6C-A01E26C4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A3CEB-618D-BD23-3456-3C4227CC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1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4224D5-F0F7-20A5-2250-2B2E0A92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CD055-C9CF-7B65-AD5D-0CBD533C1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C18E8-6B53-D5CC-95AC-AC0929794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BBEE0-5258-4568-B7CF-86047AECB36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7CC4D-1CB0-AE11-19AA-58AA8DE71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4DA00-4484-A17A-7A0A-D121D6885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495C2-04B4-4271-A59E-405BF703C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21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D27F4-579E-23AC-A85F-CFEECCCF0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Contract-First API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FE421-494F-D273-89EE-1C5C608AD2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Ishan Malik</a:t>
            </a:r>
          </a:p>
        </p:txBody>
      </p:sp>
    </p:spTree>
    <p:extLst>
      <p:ext uri="{BB962C8B-B14F-4D97-AF65-F5344CB8AC3E}">
        <p14:creationId xmlns:p14="http://schemas.microsoft.com/office/powerpoint/2010/main" val="363246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C168-0DE6-412D-DA3E-A8EEAE19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use cases and Consumer journeys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7EA1D-16BA-297A-27BB-566F2F261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business use case describes an action a user or system wants to complete to solve a real business need.</a:t>
            </a:r>
          </a:p>
          <a:p>
            <a:r>
              <a:rPr lang="en-US" dirty="0"/>
              <a:t>A business use case explains why an API is needed and what business problem it solves.</a:t>
            </a:r>
          </a:p>
          <a:p>
            <a:endParaRPr lang="en-US" dirty="0"/>
          </a:p>
          <a:p>
            <a:r>
              <a:rPr lang="en-US" dirty="0"/>
              <a:t>A consumer journey explains how a user moves from one API call to another to complete one task.</a:t>
            </a:r>
          </a:p>
          <a:p>
            <a:r>
              <a:rPr lang="en-US" dirty="0"/>
              <a:t>A consumer journey shows the complete step-by-step path followed by the API user.</a:t>
            </a:r>
          </a:p>
        </p:txBody>
      </p:sp>
    </p:spTree>
    <p:extLst>
      <p:ext uri="{BB962C8B-B14F-4D97-AF65-F5344CB8AC3E}">
        <p14:creationId xmlns:p14="http://schemas.microsoft.com/office/powerpoint/2010/main" val="183477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E26061-75FA-DDC2-C4AF-E8B8263C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812"/>
            <a:ext cx="12234629" cy="683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3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DAC7-4F99-5F36-E66B-2A13F4BB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D77A61-DAED-E99D-2836-78BC66E26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"/>
            <a:ext cx="12192000" cy="681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8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173AD-29B6-8D09-ADBE-A24A89B1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Use Case vs Consumer Journey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480172-F25C-2F80-55A4-3B04D2CFF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89904"/>
              </p:ext>
            </p:extLst>
          </p:nvPr>
        </p:nvGraphicFramePr>
        <p:xfrm>
          <a:off x="728472" y="1690688"/>
          <a:ext cx="10515600" cy="251968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7428417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071483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4178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Topic</a:t>
                      </a:r>
                      <a:endParaRPr lang="en-US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Business Use Case</a:t>
                      </a:r>
                      <a:endParaRPr lang="en-US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Consumer Journey</a:t>
                      </a:r>
                      <a:endParaRPr lang="en-US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390066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Main question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What business problem are we solving?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How does user/system complete the task?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687017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Focus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Business goal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API call sequence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121542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Example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Add personnel to a unit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Get units → select unit → POST personnel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837304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Written for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Business user, developer, tester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API consumer, frontend developer, tester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946074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05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DD122-9C96-2EE1-F4D7-99600763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and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C0D1-75C8-B5D3-BA6E-64E1739E5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requirements are the tasks the system must perform.</a:t>
            </a:r>
          </a:p>
          <a:p>
            <a:r>
              <a:rPr lang="en-US" dirty="0"/>
              <a:t>A functional requirement says what the API must do.</a:t>
            </a:r>
          </a:p>
          <a:p>
            <a:endParaRPr lang="en-US" dirty="0"/>
          </a:p>
          <a:p>
            <a:r>
              <a:rPr lang="en-US" dirty="0"/>
              <a:t>A non-functional requirement, often called NFR, says how well the API should work.</a:t>
            </a:r>
          </a:p>
        </p:txBody>
      </p:sp>
    </p:spTree>
    <p:extLst>
      <p:ext uri="{BB962C8B-B14F-4D97-AF65-F5344CB8AC3E}">
        <p14:creationId xmlns:p14="http://schemas.microsoft.com/office/powerpoint/2010/main" val="252212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299BB6-2866-04B8-F48A-BFC0E4D90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29" y="0"/>
            <a:ext cx="1227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99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0D353-D79F-1603-B03C-433A31F4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14671-7D7B-FDC4-2052-B99152F22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</a:t>
            </a:r>
            <a:r>
              <a:rPr lang="en-US" dirty="0" err="1"/>
              <a:t>OpenAPI</a:t>
            </a:r>
            <a:r>
              <a:rPr lang="en-US" dirty="0"/>
              <a:t> Specification (OAS) is a standard, language-neutral format used to describe, document, and design REST APIs using JSON or YAML.</a:t>
            </a:r>
          </a:p>
          <a:p>
            <a:r>
              <a:rPr lang="en-US" dirty="0"/>
              <a:t>It is a structured blueprint that describes the endpoints, request payloads, response schemas, and authentication methods of a RESTful API.</a:t>
            </a:r>
          </a:p>
          <a:p>
            <a:endParaRPr lang="en-US" dirty="0"/>
          </a:p>
          <a:p>
            <a:r>
              <a:rPr lang="en-US" dirty="0"/>
              <a:t>Think of an </a:t>
            </a:r>
            <a:r>
              <a:rPr lang="en-US" dirty="0" err="1"/>
              <a:t>OpenAPI</a:t>
            </a:r>
            <a:r>
              <a:rPr lang="en-US" dirty="0"/>
              <a:t> file as an instruction manual or floor plan for a restaurant kitchen:</a:t>
            </a:r>
          </a:p>
          <a:p>
            <a:pPr lvl="1"/>
            <a:r>
              <a:rPr lang="en-US" dirty="0"/>
              <a:t>Instead of tasting the food to find out how it is made, you read the menu blueprint first.</a:t>
            </a:r>
          </a:p>
          <a:p>
            <a:pPr lvl="1"/>
            <a:r>
              <a:rPr lang="en-US"/>
              <a:t>It </a:t>
            </a:r>
            <a:r>
              <a:rPr lang="en-US" dirty="0"/>
              <a:t>tells customers (developers) what dishes exist (endpoints), how to order them (HTTP methods like GET or POST), what data to send (parameters), and what dish comes back (response).</a:t>
            </a:r>
          </a:p>
        </p:txBody>
      </p:sp>
    </p:spTree>
    <p:extLst>
      <p:ext uri="{BB962C8B-B14F-4D97-AF65-F5344CB8AC3E}">
        <p14:creationId xmlns:p14="http://schemas.microsoft.com/office/powerpoint/2010/main" val="80458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316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Contract-First API Design</vt:lpstr>
      <vt:lpstr>Business use cases and Consumer journeys</vt:lpstr>
      <vt:lpstr>PowerPoint Presentation</vt:lpstr>
      <vt:lpstr>PowerPoint Presentation</vt:lpstr>
      <vt:lpstr>Business Use Case vs Consumer Journey</vt:lpstr>
      <vt:lpstr>Functional and non-functional requirements</vt:lpstr>
      <vt:lpstr>PowerPoint Presentation</vt:lpstr>
      <vt:lpstr>Open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2026-10-15T11:36:12Z</dcterms:created>
  <dcterms:modified xsi:type="dcterms:W3CDTF">2026-10-15T13:48:54Z</dcterms:modified>
</cp:coreProperties>
</file>