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A1801C-3492-4A5D-AF31-A3EDC1344CFC}" v="79" dt="2026-10-15T15:58:12.3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n Malik" userId="75bbfd951af34ddf" providerId="LiveId" clId="{72EBD0DD-2070-4E6C-9DD9-806D8E44FFC7}"/>
    <pc:docChg chg="undo custSel addSld delSld modSld sldOrd modMainMaster">
      <pc:chgData name="Ishan Malik" userId="75bbfd951af34ddf" providerId="LiveId" clId="{72EBD0DD-2070-4E6C-9DD9-806D8E44FFC7}" dt="2026-10-15T16:35:38.015" v="269" actId="20577"/>
      <pc:docMkLst>
        <pc:docMk/>
      </pc:docMkLst>
      <pc:sldChg chg="modSp new mod">
        <pc:chgData name="Ishan Malik" userId="75bbfd951af34ddf" providerId="LiveId" clId="{72EBD0DD-2070-4E6C-9DD9-806D8E44FFC7}" dt="2026-10-15T11:36:39.753" v="13" actId="20577"/>
        <pc:sldMkLst>
          <pc:docMk/>
          <pc:sldMk cId="3632468532" sldId="256"/>
        </pc:sldMkLst>
        <pc:spChg chg="mod">
          <ac:chgData name="Ishan Malik" userId="75bbfd951af34ddf" providerId="LiveId" clId="{72EBD0DD-2070-4E6C-9DD9-806D8E44FFC7}" dt="2026-10-15T11:36:18.015" v="2" actId="20577"/>
          <ac:spMkLst>
            <pc:docMk/>
            <pc:sldMk cId="3632468532" sldId="256"/>
            <ac:spMk id="2" creationId="{AE5D27F4-579E-23AC-A85F-CFEECCCF09BE}"/>
          </ac:spMkLst>
        </pc:spChg>
        <pc:spChg chg="mod">
          <ac:chgData name="Ishan Malik" userId="75bbfd951af34ddf" providerId="LiveId" clId="{72EBD0DD-2070-4E6C-9DD9-806D8E44FFC7}" dt="2026-10-15T11:36:39.753" v="13" actId="20577"/>
          <ac:spMkLst>
            <pc:docMk/>
            <pc:sldMk cId="3632468532" sldId="256"/>
            <ac:spMk id="3" creationId="{219FE421-494F-D273-89EE-1C5C608AD2DF}"/>
          </ac:spMkLst>
        </pc:spChg>
      </pc:sldChg>
      <pc:sldChg chg="addSp delSp modSp new mod">
        <pc:chgData name="Ishan Malik" userId="75bbfd951af34ddf" providerId="LiveId" clId="{72EBD0DD-2070-4E6C-9DD9-806D8E44FFC7}" dt="2026-10-15T12:09:17.327" v="19" actId="14100"/>
        <pc:sldMkLst>
          <pc:docMk/>
          <pc:sldMk cId="3013931429" sldId="257"/>
        </pc:sldMkLst>
        <pc:spChg chg="del">
          <ac:chgData name="Ishan Malik" userId="75bbfd951af34ddf" providerId="LiveId" clId="{72EBD0DD-2070-4E6C-9DD9-806D8E44FFC7}" dt="2026-10-15T12:09:07.675" v="16" actId="478"/>
          <ac:spMkLst>
            <pc:docMk/>
            <pc:sldMk cId="3013931429" sldId="257"/>
            <ac:spMk id="2" creationId="{420B7131-8097-AAEF-4A50-B2C186FB4DFC}"/>
          </ac:spMkLst>
        </pc:spChg>
        <pc:spChg chg="del">
          <ac:chgData name="Ishan Malik" userId="75bbfd951af34ddf" providerId="LiveId" clId="{72EBD0DD-2070-4E6C-9DD9-806D8E44FFC7}" dt="2026-10-15T12:09:07.675" v="16" actId="478"/>
          <ac:spMkLst>
            <pc:docMk/>
            <pc:sldMk cId="3013931429" sldId="257"/>
            <ac:spMk id="3" creationId="{8E438998-E0CF-E7EF-8C43-F7DB85298AE9}"/>
          </ac:spMkLst>
        </pc:spChg>
        <pc:picChg chg="add mod">
          <ac:chgData name="Ishan Malik" userId="75bbfd951af34ddf" providerId="LiveId" clId="{72EBD0DD-2070-4E6C-9DD9-806D8E44FFC7}" dt="2026-10-15T12:09:17.327" v="19" actId="14100"/>
          <ac:picMkLst>
            <pc:docMk/>
            <pc:sldMk cId="3013931429" sldId="257"/>
            <ac:picMk id="5" creationId="{05E26061-75FA-DDC2-C4AF-E8B8263C9255}"/>
          </ac:picMkLst>
        </pc:picChg>
      </pc:sldChg>
      <pc:sldChg chg="addSp delSp modSp add mod">
        <pc:chgData name="Ishan Malik" userId="75bbfd951af34ddf" providerId="LiveId" clId="{72EBD0DD-2070-4E6C-9DD9-806D8E44FFC7}" dt="2026-10-15T12:15:12.779" v="35" actId="1036"/>
        <pc:sldMkLst>
          <pc:docMk/>
          <pc:sldMk cId="3534487586" sldId="258"/>
        </pc:sldMkLst>
        <pc:picChg chg="add del">
          <ac:chgData name="Ishan Malik" userId="75bbfd951af34ddf" providerId="LiveId" clId="{72EBD0DD-2070-4E6C-9DD9-806D8E44FFC7}" dt="2026-10-15T12:10:33.764" v="23" actId="478"/>
          <ac:picMkLst>
            <pc:docMk/>
            <pc:sldMk cId="3534487586" sldId="258"/>
            <ac:picMk id="3" creationId="{506160E7-51F0-BD3D-4433-57F9D05BD473}"/>
          </ac:picMkLst>
        </pc:picChg>
        <pc:picChg chg="del">
          <ac:chgData name="Ishan Malik" userId="75bbfd951af34ddf" providerId="LiveId" clId="{72EBD0DD-2070-4E6C-9DD9-806D8E44FFC7}" dt="2026-10-15T12:09:26.681" v="21" actId="478"/>
          <ac:picMkLst>
            <pc:docMk/>
            <pc:sldMk cId="3534487586" sldId="258"/>
            <ac:picMk id="5" creationId="{7FC3AE17-945B-1FB6-91B4-0815853630C2}"/>
          </ac:picMkLst>
        </pc:picChg>
        <pc:picChg chg="add del mod">
          <ac:chgData name="Ishan Malik" userId="75bbfd951af34ddf" providerId="LiveId" clId="{72EBD0DD-2070-4E6C-9DD9-806D8E44FFC7}" dt="2026-10-15T12:14:43.281" v="29" actId="478"/>
          <ac:picMkLst>
            <pc:docMk/>
            <pc:sldMk cId="3534487586" sldId="258"/>
            <ac:picMk id="6" creationId="{D78BDB30-8A9A-CE27-5BD1-DE5A0820BB12}"/>
          </ac:picMkLst>
        </pc:picChg>
        <pc:picChg chg="add del">
          <ac:chgData name="Ishan Malik" userId="75bbfd951af34ddf" providerId="LiveId" clId="{72EBD0DD-2070-4E6C-9DD9-806D8E44FFC7}" dt="2026-10-15T12:14:41.907" v="28" actId="22"/>
          <ac:picMkLst>
            <pc:docMk/>
            <pc:sldMk cId="3534487586" sldId="258"/>
            <ac:picMk id="8" creationId="{3DAC66B4-B369-4CA6-7D13-C644DA1B067A}"/>
          </ac:picMkLst>
        </pc:picChg>
        <pc:picChg chg="add mod">
          <ac:chgData name="Ishan Malik" userId="75bbfd951af34ddf" providerId="LiveId" clId="{72EBD0DD-2070-4E6C-9DD9-806D8E44FFC7}" dt="2026-10-15T12:15:12.779" v="35" actId="1036"/>
          <ac:picMkLst>
            <pc:docMk/>
            <pc:sldMk cId="3534487586" sldId="258"/>
            <ac:picMk id="10" creationId="{9AD77A61-DAED-E99D-2836-78BC66E26A19}"/>
          </ac:picMkLst>
        </pc:picChg>
      </pc:sldChg>
      <pc:sldChg chg="modSp new mod ord modAnim">
        <pc:chgData name="Ishan Malik" userId="75bbfd951af34ddf" providerId="LiveId" clId="{72EBD0DD-2070-4E6C-9DD9-806D8E44FFC7}" dt="2026-10-15T12:29:47.403" v="93"/>
        <pc:sldMkLst>
          <pc:docMk/>
          <pc:sldMk cId="1834778805" sldId="259"/>
        </pc:sldMkLst>
        <pc:spChg chg="mod">
          <ac:chgData name="Ishan Malik" userId="75bbfd951af34ddf" providerId="LiveId" clId="{72EBD0DD-2070-4E6C-9DD9-806D8E44FFC7}" dt="2026-10-15T12:17:39.631" v="39" actId="20577"/>
          <ac:spMkLst>
            <pc:docMk/>
            <pc:sldMk cId="1834778805" sldId="259"/>
            <ac:spMk id="2" creationId="{DDA6C168-0DE6-412D-DA3E-A8EEAE197ECE}"/>
          </ac:spMkLst>
        </pc:spChg>
        <pc:spChg chg="mod">
          <ac:chgData name="Ishan Malik" userId="75bbfd951af34ddf" providerId="LiveId" clId="{72EBD0DD-2070-4E6C-9DD9-806D8E44FFC7}" dt="2026-10-15T12:18:28.381" v="54"/>
          <ac:spMkLst>
            <pc:docMk/>
            <pc:sldMk cId="1834778805" sldId="259"/>
            <ac:spMk id="3" creationId="{1CC7EA1D-16BA-297A-27BB-566F2F2616E7}"/>
          </ac:spMkLst>
        </pc:spChg>
      </pc:sldChg>
      <pc:sldChg chg="addSp delSp modSp new mod">
        <pc:chgData name="Ishan Malik" userId="75bbfd951af34ddf" providerId="LiveId" clId="{72EBD0DD-2070-4E6C-9DD9-806D8E44FFC7}" dt="2026-10-15T12:21:58.291" v="69" actId="14734"/>
        <pc:sldMkLst>
          <pc:docMk/>
          <pc:sldMk cId="2477051117" sldId="260"/>
        </pc:sldMkLst>
        <pc:spChg chg="mod">
          <ac:chgData name="Ishan Malik" userId="75bbfd951af34ddf" providerId="LiveId" clId="{72EBD0DD-2070-4E6C-9DD9-806D8E44FFC7}" dt="2026-10-15T12:20:54.076" v="58"/>
          <ac:spMkLst>
            <pc:docMk/>
            <pc:sldMk cId="2477051117" sldId="260"/>
            <ac:spMk id="2" creationId="{FC7173AD-29B6-8D09-ADBE-A24A89B1C69B}"/>
          </ac:spMkLst>
        </pc:spChg>
        <pc:spChg chg="del mod">
          <ac:chgData name="Ishan Malik" userId="75bbfd951af34ddf" providerId="LiveId" clId="{72EBD0DD-2070-4E6C-9DD9-806D8E44FFC7}" dt="2026-10-15T12:21:00.362" v="60"/>
          <ac:spMkLst>
            <pc:docMk/>
            <pc:sldMk cId="2477051117" sldId="260"/>
            <ac:spMk id="3" creationId="{260F631A-C3E4-8EB2-9A8F-BA3BD1BF857C}"/>
          </ac:spMkLst>
        </pc:spChg>
        <pc:graphicFrameChg chg="add mod modGraphic">
          <ac:chgData name="Ishan Malik" userId="75bbfd951af34ddf" providerId="LiveId" clId="{72EBD0DD-2070-4E6C-9DD9-806D8E44FFC7}" dt="2026-10-15T12:21:58.291" v="69" actId="14734"/>
          <ac:graphicFrameMkLst>
            <pc:docMk/>
            <pc:sldMk cId="2477051117" sldId="260"/>
            <ac:graphicFrameMk id="4" creationId="{34480172-F25C-2F80-55A4-3B04D2CFFC79}"/>
          </ac:graphicFrameMkLst>
        </pc:graphicFrameChg>
      </pc:sldChg>
      <pc:sldChg chg="modSp new mod modAnim">
        <pc:chgData name="Ishan Malik" userId="75bbfd951af34ddf" providerId="LiveId" clId="{72EBD0DD-2070-4E6C-9DD9-806D8E44FFC7}" dt="2026-10-15T12:30:39.391" v="96" actId="20577"/>
        <pc:sldMkLst>
          <pc:docMk/>
          <pc:sldMk cId="2522128555" sldId="261"/>
        </pc:sldMkLst>
        <pc:spChg chg="mod">
          <ac:chgData name="Ishan Malik" userId="75bbfd951af34ddf" providerId="LiveId" clId="{72EBD0DD-2070-4E6C-9DD9-806D8E44FFC7}" dt="2026-10-15T12:24:54.178" v="76"/>
          <ac:spMkLst>
            <pc:docMk/>
            <pc:sldMk cId="2522128555" sldId="261"/>
            <ac:spMk id="2" creationId="{93EDD122-9C96-2EE1-F4D7-99600763ACCF}"/>
          </ac:spMkLst>
        </pc:spChg>
        <pc:spChg chg="mod">
          <ac:chgData name="Ishan Malik" userId="75bbfd951af34ddf" providerId="LiveId" clId="{72EBD0DD-2070-4E6C-9DD9-806D8E44FFC7}" dt="2026-10-15T12:30:39.391" v="96" actId="20577"/>
          <ac:spMkLst>
            <pc:docMk/>
            <pc:sldMk cId="2522128555" sldId="261"/>
            <ac:spMk id="3" creationId="{5646C0D1-75C8-B5D3-BA6E-64E1739E5731}"/>
          </ac:spMkLst>
        </pc:spChg>
      </pc:sldChg>
      <pc:sldChg chg="addSp delSp modSp new mod">
        <pc:chgData name="Ishan Malik" userId="75bbfd951af34ddf" providerId="LiveId" clId="{72EBD0DD-2070-4E6C-9DD9-806D8E44FFC7}" dt="2026-10-15T12:29:30.958" v="91" actId="14100"/>
        <pc:sldMkLst>
          <pc:docMk/>
          <pc:sldMk cId="2768299045" sldId="262"/>
        </pc:sldMkLst>
        <pc:spChg chg="del">
          <ac:chgData name="Ishan Malik" userId="75bbfd951af34ddf" providerId="LiveId" clId="{72EBD0DD-2070-4E6C-9DD9-806D8E44FFC7}" dt="2026-10-15T12:29:18.817" v="88" actId="478"/>
          <ac:spMkLst>
            <pc:docMk/>
            <pc:sldMk cId="2768299045" sldId="262"/>
            <ac:spMk id="2" creationId="{43E95851-F452-80AF-B7DB-C428B9CBD995}"/>
          </ac:spMkLst>
        </pc:spChg>
        <pc:spChg chg="del">
          <ac:chgData name="Ishan Malik" userId="75bbfd951af34ddf" providerId="LiveId" clId="{72EBD0DD-2070-4E6C-9DD9-806D8E44FFC7}" dt="2026-10-15T12:29:18.817" v="88" actId="478"/>
          <ac:spMkLst>
            <pc:docMk/>
            <pc:sldMk cId="2768299045" sldId="262"/>
            <ac:spMk id="3" creationId="{7102F16A-3B5E-45DE-ED4B-396F1CEE623D}"/>
          </ac:spMkLst>
        </pc:spChg>
        <pc:picChg chg="add mod">
          <ac:chgData name="Ishan Malik" userId="75bbfd951af34ddf" providerId="LiveId" clId="{72EBD0DD-2070-4E6C-9DD9-806D8E44FFC7}" dt="2026-10-15T12:29:30.958" v="91" actId="14100"/>
          <ac:picMkLst>
            <pc:docMk/>
            <pc:sldMk cId="2768299045" sldId="262"/>
            <ac:picMk id="5" creationId="{47299BB6-2866-04B8-F48A-BFC0E4D90B58}"/>
          </ac:picMkLst>
        </pc:picChg>
      </pc:sldChg>
      <pc:sldChg chg="modSp new mod modAnim">
        <pc:chgData name="Ishan Malik" userId="75bbfd951af34ddf" providerId="LiveId" clId="{72EBD0DD-2070-4E6C-9DD9-806D8E44FFC7}" dt="2026-10-15T13:48:51.587" v="136" actId="20577"/>
        <pc:sldMkLst>
          <pc:docMk/>
          <pc:sldMk cId="804586942" sldId="263"/>
        </pc:sldMkLst>
        <pc:spChg chg="mod">
          <ac:chgData name="Ishan Malik" userId="75bbfd951af34ddf" providerId="LiveId" clId="{72EBD0DD-2070-4E6C-9DD9-806D8E44FFC7}" dt="2026-10-15T13:23:34.152" v="105" actId="20577"/>
          <ac:spMkLst>
            <pc:docMk/>
            <pc:sldMk cId="804586942" sldId="263"/>
            <ac:spMk id="2" creationId="{8110D353-D79F-1603-B03C-433A31F4A121}"/>
          </ac:spMkLst>
        </pc:spChg>
        <pc:spChg chg="mod">
          <ac:chgData name="Ishan Malik" userId="75bbfd951af34ddf" providerId="LiveId" clId="{72EBD0DD-2070-4E6C-9DD9-806D8E44FFC7}" dt="2026-10-15T13:48:51.587" v="136" actId="20577"/>
          <ac:spMkLst>
            <pc:docMk/>
            <pc:sldMk cId="804586942" sldId="263"/>
            <ac:spMk id="3" creationId="{4ED14671-7D7B-FDC4-2052-B99152F221E9}"/>
          </ac:spMkLst>
        </pc:spChg>
      </pc:sldChg>
      <pc:sldChg chg="modSp new add del mod modAnim">
        <pc:chgData name="Ishan Malik" userId="75bbfd951af34ddf" providerId="LiveId" clId="{72EBD0DD-2070-4E6C-9DD9-806D8E44FFC7}" dt="2026-10-15T15:56:01.528" v="222"/>
        <pc:sldMkLst>
          <pc:docMk/>
          <pc:sldMk cId="2482400770" sldId="264"/>
        </pc:sldMkLst>
        <pc:spChg chg="mod">
          <ac:chgData name="Ishan Malik" userId="75bbfd951af34ddf" providerId="LiveId" clId="{72EBD0DD-2070-4E6C-9DD9-806D8E44FFC7}" dt="2026-10-15T15:10:29.402" v="138"/>
          <ac:spMkLst>
            <pc:docMk/>
            <pc:sldMk cId="2482400770" sldId="264"/>
            <ac:spMk id="2" creationId="{B9DB5CD3-58FE-809A-C29F-65A698C2D87C}"/>
          </ac:spMkLst>
        </pc:spChg>
        <pc:spChg chg="mod">
          <ac:chgData name="Ishan Malik" userId="75bbfd951af34ddf" providerId="LiveId" clId="{72EBD0DD-2070-4E6C-9DD9-806D8E44FFC7}" dt="2026-10-15T15:13:17.411" v="168" actId="5793"/>
          <ac:spMkLst>
            <pc:docMk/>
            <pc:sldMk cId="2482400770" sldId="264"/>
            <ac:spMk id="3" creationId="{FF2BE42F-C83D-419D-147B-92969CAAF3A9}"/>
          </ac:spMkLst>
        </pc:spChg>
      </pc:sldChg>
      <pc:sldChg chg="addSp delSp modSp new mod ord">
        <pc:chgData name="Ishan Malik" userId="75bbfd951af34ddf" providerId="LiveId" clId="{72EBD0DD-2070-4E6C-9DD9-806D8E44FFC7}" dt="2026-10-15T15:38:26.694" v="206"/>
        <pc:sldMkLst>
          <pc:docMk/>
          <pc:sldMk cId="4260946888" sldId="265"/>
        </pc:sldMkLst>
        <pc:spChg chg="del">
          <ac:chgData name="Ishan Malik" userId="75bbfd951af34ddf" providerId="LiveId" clId="{72EBD0DD-2070-4E6C-9DD9-806D8E44FFC7}" dt="2026-10-15T15:24:02.989" v="170" actId="478"/>
          <ac:spMkLst>
            <pc:docMk/>
            <pc:sldMk cId="4260946888" sldId="265"/>
            <ac:spMk id="2" creationId="{F88FABD1-D498-07BB-B07C-D231C1DEE9F4}"/>
          </ac:spMkLst>
        </pc:spChg>
        <pc:spChg chg="del">
          <ac:chgData name="Ishan Malik" userId="75bbfd951af34ddf" providerId="LiveId" clId="{72EBD0DD-2070-4E6C-9DD9-806D8E44FFC7}" dt="2026-10-15T15:24:02.989" v="170" actId="478"/>
          <ac:spMkLst>
            <pc:docMk/>
            <pc:sldMk cId="4260946888" sldId="265"/>
            <ac:spMk id="3" creationId="{171CB672-125B-1646-D9D2-379AD3A77D57}"/>
          </ac:spMkLst>
        </pc:spChg>
        <pc:picChg chg="add mod">
          <ac:chgData name="Ishan Malik" userId="75bbfd951af34ddf" providerId="LiveId" clId="{72EBD0DD-2070-4E6C-9DD9-806D8E44FFC7}" dt="2026-10-15T15:24:12.183" v="174" actId="14100"/>
          <ac:picMkLst>
            <pc:docMk/>
            <pc:sldMk cId="4260946888" sldId="265"/>
            <ac:picMk id="4" creationId="{4D0C454D-6D81-2DCE-40E8-8A24FD62F069}"/>
          </ac:picMkLst>
        </pc:picChg>
      </pc:sldChg>
      <pc:sldChg chg="addSp modSp new mod addAnim delAnim modAnim">
        <pc:chgData name="Ishan Malik" userId="75bbfd951af34ddf" providerId="LiveId" clId="{72EBD0DD-2070-4E6C-9DD9-806D8E44FFC7}" dt="2026-10-15T15:58:17.644" v="243"/>
        <pc:sldMkLst>
          <pc:docMk/>
          <pc:sldMk cId="3409503160" sldId="266"/>
        </pc:sldMkLst>
        <pc:spChg chg="mod">
          <ac:chgData name="Ishan Malik" userId="75bbfd951af34ddf" providerId="LiveId" clId="{72EBD0DD-2070-4E6C-9DD9-806D8E44FFC7}" dt="2026-10-15T15:27:42.392" v="179"/>
          <ac:spMkLst>
            <pc:docMk/>
            <pc:sldMk cId="3409503160" sldId="266"/>
            <ac:spMk id="2" creationId="{99E032FA-7214-E09D-15A9-5A6F51043D2E}"/>
          </ac:spMkLst>
        </pc:spChg>
        <pc:spChg chg="mod">
          <ac:chgData name="Ishan Malik" userId="75bbfd951af34ddf" providerId="LiveId" clId="{72EBD0DD-2070-4E6C-9DD9-806D8E44FFC7}" dt="2026-10-15T15:29:58.626" v="193" actId="15"/>
          <ac:spMkLst>
            <pc:docMk/>
            <pc:sldMk cId="3409503160" sldId="266"/>
            <ac:spMk id="3" creationId="{3991C203-DB80-A903-C404-DE76A8D1E75C}"/>
          </ac:spMkLst>
        </pc:spChg>
        <pc:graphicFrameChg chg="add mod modGraphic">
          <ac:chgData name="Ishan Malik" userId="75bbfd951af34ddf" providerId="LiveId" clId="{72EBD0DD-2070-4E6C-9DD9-806D8E44FFC7}" dt="2026-10-15T15:30:15.407" v="196" actId="12385"/>
          <ac:graphicFrameMkLst>
            <pc:docMk/>
            <pc:sldMk cId="3409503160" sldId="266"/>
            <ac:graphicFrameMk id="4" creationId="{4972D645-047D-5330-699B-FC263443530E}"/>
          </ac:graphicFrameMkLst>
        </pc:graphicFrameChg>
      </pc:sldChg>
      <pc:sldChg chg="addSp delSp modSp new mod ord">
        <pc:chgData name="Ishan Malik" userId="75bbfd951af34ddf" providerId="LiveId" clId="{72EBD0DD-2070-4E6C-9DD9-806D8E44FFC7}" dt="2026-10-15T15:39:08.332" v="208"/>
        <pc:sldMkLst>
          <pc:docMk/>
          <pc:sldMk cId="3541899775" sldId="267"/>
        </pc:sldMkLst>
        <pc:spChg chg="del">
          <ac:chgData name="Ishan Malik" userId="75bbfd951af34ddf" providerId="LiveId" clId="{72EBD0DD-2070-4E6C-9DD9-806D8E44FFC7}" dt="2026-10-15T15:38:11.503" v="200" actId="478"/>
          <ac:spMkLst>
            <pc:docMk/>
            <pc:sldMk cId="3541899775" sldId="267"/>
            <ac:spMk id="2" creationId="{882C1F30-61C6-82C3-F2BF-5A08CD3F9FBB}"/>
          </ac:spMkLst>
        </pc:spChg>
        <pc:spChg chg="del">
          <ac:chgData name="Ishan Malik" userId="75bbfd951af34ddf" providerId="LiveId" clId="{72EBD0DD-2070-4E6C-9DD9-806D8E44FFC7}" dt="2026-10-15T15:38:11.503" v="200" actId="478"/>
          <ac:spMkLst>
            <pc:docMk/>
            <pc:sldMk cId="3541899775" sldId="267"/>
            <ac:spMk id="3" creationId="{B04FC139-5E03-58BA-396D-5CCFA3FD767D}"/>
          </ac:spMkLst>
        </pc:spChg>
        <pc:picChg chg="add mod">
          <ac:chgData name="Ishan Malik" userId="75bbfd951af34ddf" providerId="LiveId" clId="{72EBD0DD-2070-4E6C-9DD9-806D8E44FFC7}" dt="2026-10-15T15:38:21.330" v="204" actId="14100"/>
          <ac:picMkLst>
            <pc:docMk/>
            <pc:sldMk cId="3541899775" sldId="267"/>
            <ac:picMk id="4" creationId="{0FA5EC47-DE1E-2AD9-64B4-3ACF2665ADAE}"/>
          </ac:picMkLst>
        </pc:picChg>
      </pc:sldChg>
      <pc:sldChg chg="addSp delSp modSp new mod">
        <pc:chgData name="Ishan Malik" userId="75bbfd951af34ddf" providerId="LiveId" clId="{72EBD0DD-2070-4E6C-9DD9-806D8E44FFC7}" dt="2026-10-15T15:55:34.102" v="220" actId="1076"/>
        <pc:sldMkLst>
          <pc:docMk/>
          <pc:sldMk cId="3781714959" sldId="268"/>
        </pc:sldMkLst>
        <pc:spChg chg="del">
          <ac:chgData name="Ishan Malik" userId="75bbfd951af34ddf" providerId="LiveId" clId="{72EBD0DD-2070-4E6C-9DD9-806D8E44FFC7}" dt="2026-10-15T15:53:42.831" v="212" actId="478"/>
          <ac:spMkLst>
            <pc:docMk/>
            <pc:sldMk cId="3781714959" sldId="268"/>
            <ac:spMk id="2" creationId="{6893F99E-D1DA-21A4-F057-37AC6CB96EF7}"/>
          </ac:spMkLst>
        </pc:spChg>
        <pc:spChg chg="del">
          <ac:chgData name="Ishan Malik" userId="75bbfd951af34ddf" providerId="LiveId" clId="{72EBD0DD-2070-4E6C-9DD9-806D8E44FFC7}" dt="2026-10-15T15:53:42.831" v="212" actId="478"/>
          <ac:spMkLst>
            <pc:docMk/>
            <pc:sldMk cId="3781714959" sldId="268"/>
            <ac:spMk id="3" creationId="{EFE7E24E-1614-C2E6-14E8-E73AF97DB535}"/>
          </ac:spMkLst>
        </pc:spChg>
        <pc:picChg chg="add del">
          <ac:chgData name="Ishan Malik" userId="75bbfd951af34ddf" providerId="LiveId" clId="{72EBD0DD-2070-4E6C-9DD9-806D8E44FFC7}" dt="2026-10-15T15:53:42.831" v="212" actId="478"/>
          <ac:picMkLst>
            <pc:docMk/>
            <pc:sldMk cId="3781714959" sldId="268"/>
            <ac:picMk id="4" creationId="{9979DF54-51F5-9FF4-2FBC-7527B68CA2B2}"/>
          </ac:picMkLst>
        </pc:picChg>
        <pc:picChg chg="add del mod">
          <ac:chgData name="Ishan Malik" userId="75bbfd951af34ddf" providerId="LiveId" clId="{72EBD0DD-2070-4E6C-9DD9-806D8E44FFC7}" dt="2026-10-15T15:55:29.562" v="219" actId="478"/>
          <ac:picMkLst>
            <pc:docMk/>
            <pc:sldMk cId="3781714959" sldId="268"/>
            <ac:picMk id="5" creationId="{ECB8E8A7-12DB-3F13-8DC0-6990977F77BD}"/>
          </ac:picMkLst>
        </pc:picChg>
        <pc:picChg chg="add mod">
          <ac:chgData name="Ishan Malik" userId="75bbfd951af34ddf" providerId="LiveId" clId="{72EBD0DD-2070-4E6C-9DD9-806D8E44FFC7}" dt="2026-10-15T15:55:34.102" v="220" actId="1076"/>
          <ac:picMkLst>
            <pc:docMk/>
            <pc:sldMk cId="3781714959" sldId="268"/>
            <ac:picMk id="7" creationId="{B0EF79E7-471C-6ABA-4D1C-9FAD52544065}"/>
          </ac:picMkLst>
        </pc:picChg>
      </pc:sldChg>
      <pc:sldChg chg="addSp delSp modSp new mod">
        <pc:chgData name="Ishan Malik" userId="75bbfd951af34ddf" providerId="LiveId" clId="{72EBD0DD-2070-4E6C-9DD9-806D8E44FFC7}" dt="2026-10-15T16:10:48.809" v="249" actId="14100"/>
        <pc:sldMkLst>
          <pc:docMk/>
          <pc:sldMk cId="1131337244" sldId="269"/>
        </pc:sldMkLst>
        <pc:spChg chg="del">
          <ac:chgData name="Ishan Malik" userId="75bbfd951af34ddf" providerId="LiveId" clId="{72EBD0DD-2070-4E6C-9DD9-806D8E44FFC7}" dt="2026-10-15T16:10:38.365" v="245" actId="478"/>
          <ac:spMkLst>
            <pc:docMk/>
            <pc:sldMk cId="1131337244" sldId="269"/>
            <ac:spMk id="2" creationId="{59422418-85EB-B760-CE78-D0000D10E224}"/>
          </ac:spMkLst>
        </pc:spChg>
        <pc:spChg chg="del">
          <ac:chgData name="Ishan Malik" userId="75bbfd951af34ddf" providerId="LiveId" clId="{72EBD0DD-2070-4E6C-9DD9-806D8E44FFC7}" dt="2026-10-15T16:10:38.365" v="245" actId="478"/>
          <ac:spMkLst>
            <pc:docMk/>
            <pc:sldMk cId="1131337244" sldId="269"/>
            <ac:spMk id="3" creationId="{E1E1911B-8C1C-9471-A3BB-CBB016B2AD3F}"/>
          </ac:spMkLst>
        </pc:spChg>
        <pc:picChg chg="add mod">
          <ac:chgData name="Ishan Malik" userId="75bbfd951af34ddf" providerId="LiveId" clId="{72EBD0DD-2070-4E6C-9DD9-806D8E44FFC7}" dt="2026-10-15T16:10:48.809" v="249" actId="14100"/>
          <ac:picMkLst>
            <pc:docMk/>
            <pc:sldMk cId="1131337244" sldId="269"/>
            <ac:picMk id="4" creationId="{C004101D-C77C-8DC5-7BE0-283F53D6E4A3}"/>
          </ac:picMkLst>
        </pc:picChg>
      </pc:sldChg>
      <pc:sldChg chg="addSp delSp new mod">
        <pc:chgData name="Ishan Malik" userId="75bbfd951af34ddf" providerId="LiveId" clId="{72EBD0DD-2070-4E6C-9DD9-806D8E44FFC7}" dt="2026-10-15T16:20:40.430" v="254" actId="22"/>
        <pc:sldMkLst>
          <pc:docMk/>
          <pc:sldMk cId="3867802976" sldId="270"/>
        </pc:sldMkLst>
        <pc:spChg chg="del">
          <ac:chgData name="Ishan Malik" userId="75bbfd951af34ddf" providerId="LiveId" clId="{72EBD0DD-2070-4E6C-9DD9-806D8E44FFC7}" dt="2026-10-15T16:18:51.118" v="251" actId="478"/>
          <ac:spMkLst>
            <pc:docMk/>
            <pc:sldMk cId="3867802976" sldId="270"/>
            <ac:spMk id="2" creationId="{A4508E6A-306F-49AA-D742-3A8FFF3DFC3B}"/>
          </ac:spMkLst>
        </pc:spChg>
        <pc:spChg chg="del">
          <ac:chgData name="Ishan Malik" userId="75bbfd951af34ddf" providerId="LiveId" clId="{72EBD0DD-2070-4E6C-9DD9-806D8E44FFC7}" dt="2026-10-15T16:18:51.118" v="251" actId="478"/>
          <ac:spMkLst>
            <pc:docMk/>
            <pc:sldMk cId="3867802976" sldId="270"/>
            <ac:spMk id="3" creationId="{752F5812-2EBE-158A-3C85-F96A950D4CC0}"/>
          </ac:spMkLst>
        </pc:spChg>
        <pc:picChg chg="add del">
          <ac:chgData name="Ishan Malik" userId="75bbfd951af34ddf" providerId="LiveId" clId="{72EBD0DD-2070-4E6C-9DD9-806D8E44FFC7}" dt="2026-10-15T16:20:39.523" v="253" actId="478"/>
          <ac:picMkLst>
            <pc:docMk/>
            <pc:sldMk cId="3867802976" sldId="270"/>
            <ac:picMk id="5" creationId="{03095690-7B6B-939B-775C-F2F400CD8033}"/>
          </ac:picMkLst>
        </pc:picChg>
        <pc:picChg chg="add">
          <ac:chgData name="Ishan Malik" userId="75bbfd951af34ddf" providerId="LiveId" clId="{72EBD0DD-2070-4E6C-9DD9-806D8E44FFC7}" dt="2026-10-15T16:20:40.430" v="254" actId="22"/>
          <ac:picMkLst>
            <pc:docMk/>
            <pc:sldMk cId="3867802976" sldId="270"/>
            <ac:picMk id="7" creationId="{6AC61216-2518-CADE-C97A-E2AFE1B08F46}"/>
          </ac:picMkLst>
        </pc:picChg>
      </pc:sldChg>
      <pc:sldChg chg="addSp delSp new mod">
        <pc:chgData name="Ishan Malik" userId="75bbfd951af34ddf" providerId="LiveId" clId="{72EBD0DD-2070-4E6C-9DD9-806D8E44FFC7}" dt="2026-10-15T16:35:09.800" v="257" actId="22"/>
        <pc:sldMkLst>
          <pc:docMk/>
          <pc:sldMk cId="4283877605" sldId="271"/>
        </pc:sldMkLst>
        <pc:spChg chg="del">
          <ac:chgData name="Ishan Malik" userId="75bbfd951af34ddf" providerId="LiveId" clId="{72EBD0DD-2070-4E6C-9DD9-806D8E44FFC7}" dt="2026-10-15T16:35:08.740" v="256" actId="478"/>
          <ac:spMkLst>
            <pc:docMk/>
            <pc:sldMk cId="4283877605" sldId="271"/>
            <ac:spMk id="2" creationId="{5061678D-44FF-CCFE-374A-E2A204FE765E}"/>
          </ac:spMkLst>
        </pc:spChg>
        <pc:spChg chg="del">
          <ac:chgData name="Ishan Malik" userId="75bbfd951af34ddf" providerId="LiveId" clId="{72EBD0DD-2070-4E6C-9DD9-806D8E44FFC7}" dt="2026-10-15T16:35:08.740" v="256" actId="478"/>
          <ac:spMkLst>
            <pc:docMk/>
            <pc:sldMk cId="4283877605" sldId="271"/>
            <ac:spMk id="3" creationId="{1B9F120B-EF24-578B-0FBF-6384E0FED105}"/>
          </ac:spMkLst>
        </pc:spChg>
        <pc:picChg chg="add">
          <ac:chgData name="Ishan Malik" userId="75bbfd951af34ddf" providerId="LiveId" clId="{72EBD0DD-2070-4E6C-9DD9-806D8E44FFC7}" dt="2026-10-15T16:35:09.800" v="257" actId="22"/>
          <ac:picMkLst>
            <pc:docMk/>
            <pc:sldMk cId="4283877605" sldId="271"/>
            <ac:picMk id="5" creationId="{B9C9EFBB-F1EB-5201-66E1-EA83BEA689FB}"/>
          </ac:picMkLst>
        </pc:picChg>
      </pc:sldChg>
      <pc:sldChg chg="addSp delSp modSp new mod modClrScheme chgLayout">
        <pc:chgData name="Ishan Malik" userId="75bbfd951af34ddf" providerId="LiveId" clId="{72EBD0DD-2070-4E6C-9DD9-806D8E44FFC7}" dt="2026-10-15T16:35:38.015" v="269" actId="20577"/>
        <pc:sldMkLst>
          <pc:docMk/>
          <pc:sldMk cId="1809821866" sldId="272"/>
        </pc:sldMkLst>
        <pc:spChg chg="del mod ord">
          <ac:chgData name="Ishan Malik" userId="75bbfd951af34ddf" providerId="LiveId" clId="{72EBD0DD-2070-4E6C-9DD9-806D8E44FFC7}" dt="2026-10-15T16:35:30.594" v="259" actId="700"/>
          <ac:spMkLst>
            <pc:docMk/>
            <pc:sldMk cId="1809821866" sldId="272"/>
            <ac:spMk id="2" creationId="{1AD2B639-3F24-9FB1-112F-BD4E2258B633}"/>
          </ac:spMkLst>
        </pc:spChg>
        <pc:spChg chg="del mod ord">
          <ac:chgData name="Ishan Malik" userId="75bbfd951af34ddf" providerId="LiveId" clId="{72EBD0DD-2070-4E6C-9DD9-806D8E44FFC7}" dt="2026-10-15T16:35:30.594" v="259" actId="700"/>
          <ac:spMkLst>
            <pc:docMk/>
            <pc:sldMk cId="1809821866" sldId="272"/>
            <ac:spMk id="3" creationId="{E97DC491-0634-1388-1157-3D43B5F5C033}"/>
          </ac:spMkLst>
        </pc:spChg>
        <pc:spChg chg="add mod ord">
          <ac:chgData name="Ishan Malik" userId="75bbfd951af34ddf" providerId="LiveId" clId="{72EBD0DD-2070-4E6C-9DD9-806D8E44FFC7}" dt="2026-10-15T16:35:34.595" v="262" actId="20577"/>
          <ac:spMkLst>
            <pc:docMk/>
            <pc:sldMk cId="1809821866" sldId="272"/>
            <ac:spMk id="4" creationId="{D9E9A851-BF58-72C1-6C68-294A2914D553}"/>
          </ac:spMkLst>
        </pc:spChg>
        <pc:spChg chg="add mod ord">
          <ac:chgData name="Ishan Malik" userId="75bbfd951af34ddf" providerId="LiveId" clId="{72EBD0DD-2070-4E6C-9DD9-806D8E44FFC7}" dt="2026-10-15T16:35:38.015" v="269" actId="20577"/>
          <ac:spMkLst>
            <pc:docMk/>
            <pc:sldMk cId="1809821866" sldId="272"/>
            <ac:spMk id="5" creationId="{7B9FA75A-0712-6664-E032-8025485CCF6A}"/>
          </ac:spMkLst>
        </pc:spChg>
      </pc:sldChg>
      <pc:sldMasterChg chg="setBg">
        <pc:chgData name="Ishan Malik" userId="75bbfd951af34ddf" providerId="LiveId" clId="{72EBD0DD-2070-4E6C-9DD9-806D8E44FFC7}" dt="2026-10-15T11:37:07.114" v="14"/>
        <pc:sldMasterMkLst>
          <pc:docMk/>
          <pc:sldMasterMk cId="984421985" sldId="2147483648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5D5B-E743-8F90-2D05-A39CDB261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579462-38A8-BFE3-C3C9-28198A1820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1AACDC-903F-AD33-195A-63230BBAB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BBEE0-5258-4568-B7CF-86047AECB36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071F7-5823-CAD7-5159-50DD39225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43C8C-469A-E779-C404-AB8CAD668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495C2-04B4-4271-A59E-405BF703C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670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8D392-2AB1-29C4-FA6C-40B2519EF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FFC8C-FB71-4D10-F027-7F23FD7D8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F5B04-F280-97BC-BF8A-595B5BD63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BBEE0-5258-4568-B7CF-86047AECB36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F1BD0C-27D8-B61F-BEB2-CB61EC5F6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DB87B-E76B-A9C4-6D13-4C2F960D9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495C2-04B4-4271-A59E-405BF703C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097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EFDEB-FF5F-0732-3EAF-030D7820F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0CEAFC-79B5-3F1F-C2F9-0776C1561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F618B-845C-5008-854A-E9924E612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BBEE0-5258-4568-B7CF-86047AECB36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A2FDE-B8EF-6076-6353-FEE85551B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DB8E0-779D-B43E-7B46-63BF210CF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495C2-04B4-4271-A59E-405BF703C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2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160C6-AA20-4D76-919B-B0CF5627E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ED9A8-F16C-7E40-6296-D6CEC08F24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B61B5-EB68-14B3-5B12-69D21D2D50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FD36E6-5BE4-1A5F-F67B-E54144381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BBEE0-5258-4568-B7CF-86047AECB36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20CF2-1FEC-E109-F92D-666470328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A3261C-BAB8-2CAE-26CB-3F6D6BB12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495C2-04B4-4271-A59E-405BF703C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0789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6CBEB-BF0E-63D3-D3FD-138E080F6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A51E1-A4F5-5274-530F-DCA9839B3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F4C4E6-0A7E-5FCA-B034-28631D91AD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9022F1-2397-2A1C-4647-330EBC9F1A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1A0551-33EF-8462-CEDD-51DAE705B3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0C3EF6-97FB-33DD-E0EB-5DF14EDC1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BBEE0-5258-4568-B7CF-86047AECB36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7055BD-BD09-73E9-8900-1D380F972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6DF7EB-4367-B02D-69A8-24B4E829F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495C2-04B4-4271-A59E-405BF703C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3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B8A2F-723D-3FEB-57AF-C3579D5E9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6ABA07-DF16-F9B1-C7B6-C5F533F50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BBEE0-5258-4568-B7CF-86047AECB36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98803D-28F4-4564-D2F8-E027BC18B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80FDF-B1AE-4038-5834-21BA0540C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495C2-04B4-4271-A59E-405BF703C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463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5E5DFE-BD89-0C54-203D-04807132C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BBEE0-5258-4568-B7CF-86047AECB36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647DE3-1B70-5481-AB2D-0D5A4C92A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BD413-B8ED-1DB7-DA5F-ADD561FA5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495C2-04B4-4271-A59E-405BF703C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044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0D862-0F3E-66E4-59DD-BD3DC13E9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7F662-BDD5-4C53-F6F8-9B7F3ED37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3BE15-A2CB-6892-5E8B-003090186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988148-3537-728B-716B-2B5BF1831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BBEE0-5258-4568-B7CF-86047AECB36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2A622-5397-E9AD-621B-9BCB472B3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C3D0F8-2DCA-EFB3-8C27-C7A9C80B5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495C2-04B4-4271-A59E-405BF703C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903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3D211-A0CB-24CA-6C97-73A791D62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A23018-2A0E-C1C1-E1CE-16472EEFAB6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7ABD86-FDBA-7B70-5584-6EFAD97110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D64BC1-FF1C-AF90-6DB0-F3810269E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BBEE0-5258-4568-B7CF-86047AECB36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52BDC0-924E-C69F-A8C2-5E8D7A1F8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63B0CF-B576-42DA-35F2-A5DF2ECF4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495C2-04B4-4271-A59E-405BF703C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46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1CDC9-8117-9F3B-8A64-11A10784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5EAB01-928A-5F92-7ECD-B44E296D4D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03F8B-AE75-1E51-30B4-B1A29FA24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BBEE0-5258-4568-B7CF-86047AECB36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0435B4-C482-6844-A040-A446BC15B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17F5CF-A286-7E54-7B76-313C48CB7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495C2-04B4-4271-A59E-405BF703C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451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7055BD-008A-8793-6D57-B2CB96A20B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239CA-AEB9-F642-13DC-63C59CC3BC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5DD4C-EB15-A4C5-7EE0-34CA6AAAD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BBEE0-5258-4568-B7CF-86047AECB36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BB6FE-B9B2-9957-3D6C-A01E26C4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A3CEB-618D-BD23-3456-3C4227CC9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495C2-04B4-4271-A59E-405BF703C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619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4224D5-F0F7-20A5-2250-2B2E0A92A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CD055-C9CF-7B65-AD5D-0CBD533C1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C18E8-6B53-D5CC-95AC-AC09297943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1BBEE0-5258-4568-B7CF-86047AECB36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7CC4D-1CB0-AE11-19AA-58AA8DE71B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4DA00-4484-A17A-7A0A-D121D6885D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3495C2-04B4-4271-A59E-405BF703C3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4219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D27F4-579E-23AC-A85F-CFEECCCF09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Contract-First API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9FE421-494F-D273-89EE-1C5C608AD2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Ishan Malik</a:t>
            </a:r>
          </a:p>
        </p:txBody>
      </p:sp>
    </p:spTree>
    <p:extLst>
      <p:ext uri="{BB962C8B-B14F-4D97-AF65-F5344CB8AC3E}">
        <p14:creationId xmlns:p14="http://schemas.microsoft.com/office/powerpoint/2010/main" val="3632468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6C168-0DE6-412D-DA3E-A8EEAE197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use cases and Consumer journeys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7EA1D-16BA-297A-27BB-566F2F261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business use case describes an action a user or system wants to complete to solve a real business need.</a:t>
            </a:r>
          </a:p>
          <a:p>
            <a:r>
              <a:rPr lang="en-US" dirty="0"/>
              <a:t>A business use case explains why an API is needed and what business problem it solves.</a:t>
            </a:r>
          </a:p>
          <a:p>
            <a:endParaRPr lang="en-US" dirty="0"/>
          </a:p>
          <a:p>
            <a:r>
              <a:rPr lang="en-US" dirty="0"/>
              <a:t>A consumer journey explains how a user moves from one API call to another to complete one task.</a:t>
            </a:r>
          </a:p>
          <a:p>
            <a:r>
              <a:rPr lang="en-US" dirty="0"/>
              <a:t>A consumer journey shows the complete step-by-step path followed by the API user.</a:t>
            </a:r>
          </a:p>
        </p:txBody>
      </p:sp>
    </p:spTree>
    <p:extLst>
      <p:ext uri="{BB962C8B-B14F-4D97-AF65-F5344CB8AC3E}">
        <p14:creationId xmlns:p14="http://schemas.microsoft.com/office/powerpoint/2010/main" val="183477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E26061-75FA-DDC2-C4AF-E8B8263C92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3812"/>
            <a:ext cx="12234629" cy="6834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931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7DAC7-4F99-5F36-E66B-2A13F4BBF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AD77A61-DAED-E99D-2836-78BC66E26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288"/>
            <a:ext cx="12192000" cy="681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487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173AD-29B6-8D09-ADBE-A24A89B1C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Use Case vs Consumer Journey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4480172-F25C-2F80-55A4-3B04D2CFFC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0489904"/>
              </p:ext>
            </p:extLst>
          </p:nvPr>
        </p:nvGraphicFramePr>
        <p:xfrm>
          <a:off x="728472" y="1690688"/>
          <a:ext cx="10515600" cy="2519680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74284176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071483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541787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dirty="0">
                          <a:effectLst/>
                        </a:rPr>
                        <a:t>Topic</a:t>
                      </a:r>
                      <a:endParaRPr lang="en-US" sz="20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>
                          <a:effectLst/>
                        </a:rPr>
                        <a:t>Business Use Case</a:t>
                      </a:r>
                      <a:endParaRPr lang="en-US" sz="20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000" dirty="0">
                          <a:effectLst/>
                        </a:rPr>
                        <a:t>Consumer Journey</a:t>
                      </a:r>
                      <a:endParaRPr lang="en-US" sz="20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1390066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Main question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What business problem are we solving?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How does user/system complete the task?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2687017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Focus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Business goal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API call sequence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1121542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Example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Add personnel to a unit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Get units → select unit → POST personnel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2837304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Written for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Business user, developer, tester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API consumer, frontend developer, tester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2946074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7051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DD122-9C96-2EE1-F4D7-99600763A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and non-functional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6C0D1-75C8-B5D3-BA6E-64E1739E5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Functional requirements are the tasks the system must perform.</a:t>
            </a:r>
          </a:p>
          <a:p>
            <a:r>
              <a:rPr lang="en-US" dirty="0"/>
              <a:t>A functional requirement says what the API must do.</a:t>
            </a:r>
          </a:p>
          <a:p>
            <a:endParaRPr lang="en-US" dirty="0"/>
          </a:p>
          <a:p>
            <a:r>
              <a:rPr lang="en-US" dirty="0"/>
              <a:t>A non-functional requirement, often called NFR, says how well the API should work.</a:t>
            </a:r>
          </a:p>
        </p:txBody>
      </p:sp>
    </p:spTree>
    <p:extLst>
      <p:ext uri="{BB962C8B-B14F-4D97-AF65-F5344CB8AC3E}">
        <p14:creationId xmlns:p14="http://schemas.microsoft.com/office/powerpoint/2010/main" val="2522128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299BB6-2866-04B8-F48A-BFC0E4D90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629" y="0"/>
            <a:ext cx="122772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299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0D353-D79F-1603-B03C-433A31F4A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14671-7D7B-FDC4-2052-B99152F221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An </a:t>
            </a:r>
            <a:r>
              <a:rPr lang="en-US" dirty="0" err="1"/>
              <a:t>OpenAPI</a:t>
            </a:r>
            <a:r>
              <a:rPr lang="en-US" dirty="0"/>
              <a:t> Specification (OAS) is a standard, language-neutral format used to describe, document, and design REST APIs using JSON or YAML.</a:t>
            </a:r>
          </a:p>
          <a:p>
            <a:r>
              <a:rPr lang="en-US" dirty="0"/>
              <a:t>It is a structured blueprint that describes the endpoints, request payloads, response schemas, and authentication methods of a RESTful API.</a:t>
            </a:r>
          </a:p>
          <a:p>
            <a:endParaRPr lang="en-US" dirty="0"/>
          </a:p>
          <a:p>
            <a:r>
              <a:rPr lang="en-US" dirty="0"/>
              <a:t>Think of an </a:t>
            </a:r>
            <a:r>
              <a:rPr lang="en-US" dirty="0" err="1"/>
              <a:t>OpenAPI</a:t>
            </a:r>
            <a:r>
              <a:rPr lang="en-US" dirty="0"/>
              <a:t> file as an instruction manual or floor plan for a restaurant kitchen:</a:t>
            </a:r>
          </a:p>
          <a:p>
            <a:pPr lvl="1"/>
            <a:r>
              <a:rPr lang="en-US" dirty="0"/>
              <a:t>Instead of tasting the food to find out how it is made, you read the menu blueprint first.</a:t>
            </a:r>
          </a:p>
          <a:p>
            <a:pPr lvl="1"/>
            <a:r>
              <a:rPr lang="en-US" dirty="0"/>
              <a:t>It tells customers (developers) what dishes exist (endpoints), how to order them (HTTP methods like GET or POST), what data to send (parameters), and what dish comes back (response).</a:t>
            </a:r>
          </a:p>
        </p:txBody>
      </p:sp>
    </p:spTree>
    <p:extLst>
      <p:ext uri="{BB962C8B-B14F-4D97-AF65-F5344CB8AC3E}">
        <p14:creationId xmlns:p14="http://schemas.microsoft.com/office/powerpoint/2010/main" val="804586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B5CD3-58FE-809A-C29F-65A698C2D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BE42F-C83D-419D-147B-92969CAAF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API validation means checking whether the data sent by the client (e.g., JSON request body or URL parameters) is correct before the API uses it.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Key Points</a:t>
            </a:r>
          </a:p>
          <a:p>
            <a:pPr lvl="1"/>
            <a:r>
              <a:rPr lang="en-US" dirty="0"/>
              <a:t>Technical Validation: Checking data types (e.g., ensuring price is a number, not text) and required fields (e.g., name cannot be empty).</a:t>
            </a:r>
          </a:p>
          <a:p>
            <a:pPr lvl="1"/>
            <a:r>
              <a:rPr lang="en-US" dirty="0"/>
              <a:t>Business Validation: Checking logical rules (e.g., ensuring price cannot be a negative number like -500).</a:t>
            </a:r>
          </a:p>
          <a:p>
            <a:pPr lvl="1"/>
            <a:r>
              <a:rPr lang="en-US" dirty="0"/>
              <a:t>Why it matters: It stops corrupt data from crashing your database or application logic. If validation fails, your .NET API should respond with an HTTP 400 Bad Request or HTTP 422 </a:t>
            </a:r>
            <a:r>
              <a:rPr lang="en-US" dirty="0" err="1"/>
              <a:t>Unprocessable</a:t>
            </a:r>
            <a:r>
              <a:rPr lang="en-US" dirty="0"/>
              <a:t> Content.</a:t>
            </a:r>
          </a:p>
        </p:txBody>
      </p:sp>
    </p:spTree>
    <p:extLst>
      <p:ext uri="{BB962C8B-B14F-4D97-AF65-F5344CB8AC3E}">
        <p14:creationId xmlns:p14="http://schemas.microsoft.com/office/powerpoint/2010/main" val="2482400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Read-only image view">
            <a:extLst>
              <a:ext uri="{FF2B5EF4-FFF2-40B4-BE49-F238E27FC236}">
                <a16:creationId xmlns:a16="http://schemas.microsoft.com/office/drawing/2014/main" id="{4D0C454D-6D81-2DCE-40E8-8A24FD62F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32"/>
            <a:ext cx="12238101" cy="683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946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Read-only image view">
            <a:extLst>
              <a:ext uri="{FF2B5EF4-FFF2-40B4-BE49-F238E27FC236}">
                <a16:creationId xmlns:a16="http://schemas.microsoft.com/office/drawing/2014/main" id="{0FA5EC47-DE1E-2AD9-64B4-3ACF2665A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32"/>
            <a:ext cx="12238101" cy="6830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899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032FA-7214-E09D-15A9-5A6F51043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Compatibility and Versioning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1C203-DB80-A903-C404-DE76A8D1E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API compatibility</a:t>
            </a:r>
            <a:r>
              <a:rPr lang="en-US" dirty="0"/>
              <a:t> means old API clients should continue working when the API changes.</a:t>
            </a:r>
          </a:p>
          <a:p>
            <a:r>
              <a:rPr lang="en-US" b="1" dirty="0"/>
              <a:t>API versioning</a:t>
            </a:r>
            <a:r>
              <a:rPr lang="en-US" dirty="0"/>
              <a:t> means maintaining more than one version of an API when a breaking change is needed.</a:t>
            </a:r>
          </a:p>
          <a:p>
            <a:pPr lvl="1"/>
            <a:r>
              <a:rPr lang="en-US" dirty="0"/>
              <a:t>Versioning Styles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972D645-047D-5330-699B-FC2634435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3387832"/>
              </p:ext>
            </p:extLst>
          </p:nvPr>
        </p:nvGraphicFramePr>
        <p:xfrm>
          <a:off x="838200" y="4023043"/>
          <a:ext cx="10515600" cy="2153920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31121139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94362951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688803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effectLst/>
                        </a:rPr>
                        <a:t>Style</a:t>
                      </a:r>
                      <a:endParaRPr lang="en-US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Example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Beginner recommendation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18893986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effectLst/>
                        </a:rPr>
                        <a:t>URL versioning</a:t>
                      </a:r>
                      <a:endParaRPr lang="en-US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/api/v1/Day1/units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Best for freshers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3256580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Query-string versioning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/api/Day1/units?api-version=1.0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Less visible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579054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Header versioning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X-Api-Version: 1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More advanced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1736757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Media-type versioning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Accept: application/vnd.api.v1+json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effectLst/>
                        </a:rPr>
                        <a:t>Advanced</a:t>
                      </a:r>
                      <a:endParaRPr lang="en-US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2275334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9503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0EF79E7-471C-6ABA-4D1C-9FAD52544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714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Read-only image view">
            <a:extLst>
              <a:ext uri="{FF2B5EF4-FFF2-40B4-BE49-F238E27FC236}">
                <a16:creationId xmlns:a16="http://schemas.microsoft.com/office/drawing/2014/main" id="{C004101D-C77C-8DC5-7BE0-283F53D6E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9149" y="0"/>
            <a:ext cx="122872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3372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AC61216-2518-CADE-C97A-E2AFE1B08F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802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9EFBB-F1EB-5201-66E1-EA83BEA68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877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E9A851-BF58-72C1-6C68-294A2914D5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B9FA75A-0712-6664-E032-8025485CCF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1809821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539</Words>
  <Application>Microsoft Office PowerPoint</Application>
  <PresentationFormat>Widescreen</PresentationFormat>
  <Paragraphs>64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Contract-First API Design</vt:lpstr>
      <vt:lpstr>Business use cases and Consumer journeys</vt:lpstr>
      <vt:lpstr>PowerPoint Presentation</vt:lpstr>
      <vt:lpstr>PowerPoint Presentation</vt:lpstr>
      <vt:lpstr>Business Use Case vs Consumer Journey</vt:lpstr>
      <vt:lpstr>Functional and non-functional requirements</vt:lpstr>
      <vt:lpstr>PowerPoint Presentation</vt:lpstr>
      <vt:lpstr>Open API</vt:lpstr>
      <vt:lpstr>API Validation</vt:lpstr>
      <vt:lpstr>PowerPoint Presentation</vt:lpstr>
      <vt:lpstr>PowerPoint Presentation</vt:lpstr>
      <vt:lpstr>API Compatibility and Versioning</vt:lpstr>
      <vt:lpstr>PowerPoint Presentation</vt:lpstr>
      <vt:lpstr>PowerPoint Presentation</vt:lpstr>
      <vt:lpstr>PowerPoint Presentation</vt:lpstr>
      <vt:lpstr>PowerPoint Presentation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Ishan Malik</dc:creator>
  <cp:lastModifiedBy>Ishan Malik</cp:lastModifiedBy>
  <cp:revision>1</cp:revision>
  <dcterms:created xsi:type="dcterms:W3CDTF">2026-10-15T11:36:12Z</dcterms:created>
  <dcterms:modified xsi:type="dcterms:W3CDTF">2026-10-15T16:35:38Z</dcterms:modified>
</cp:coreProperties>
</file>