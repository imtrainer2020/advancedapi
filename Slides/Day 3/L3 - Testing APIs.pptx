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8" r:id="rId5"/>
    <p:sldId id="299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89" r:id="rId14"/>
    <p:sldId id="300" r:id="rId15"/>
    <p:sldId id="301" r:id="rId16"/>
    <p:sldId id="302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0D2DE-2092-4230-BB3D-8A6F3DCC763D}" v="136" dt="2026-10-18T13:06:50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redo custSel addSld delSld modSld sldOrd delMainMaster modMainMaster">
      <pc:chgData name="Ishan Malik" userId="75bbfd951af34ddf" providerId="LiveId" clId="{72EBD0DD-2070-4E6C-9DD9-806D8E44FFC7}" dt="2026-10-18T13:06:50.088" v="1707"/>
      <pc:docMkLst>
        <pc:docMk/>
      </pc:docMkLst>
      <pc:sldChg chg="modSp new mod">
        <pc:chgData name="Ishan Malik" userId="75bbfd951af34ddf" providerId="LiveId" clId="{72EBD0DD-2070-4E6C-9DD9-806D8E44FFC7}" dt="2026-10-18T10:12:13.698" v="1382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8T10:12:13.698" v="1382" actId="2057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8T10:16:42.359" v="1410"/>
        <pc:sldMkLst>
          <pc:docMk/>
          <pc:sldMk cId="1600338391" sldId="282"/>
        </pc:sldMkLst>
        <pc:spChg chg="add mod">
          <ac:chgData name="Ishan Malik" userId="75bbfd951af34ddf" providerId="LiveId" clId="{72EBD0DD-2070-4E6C-9DD9-806D8E44FFC7}" dt="2026-10-18T10:12:21.559" v="1393" actId="20577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8T10:16:29.883" v="1408"/>
          <ac:spMkLst>
            <pc:docMk/>
            <pc:sldMk cId="1600338391" sldId="282"/>
            <ac:spMk id="7" creationId="{BBBEE7FA-95FB-F9CE-01F4-AD6C722DB358}"/>
          </ac:spMkLst>
        </pc:spChg>
      </pc:sldChg>
      <pc:sldChg chg="addSp delSp modSp add mod modAnim">
        <pc:chgData name="Ishan Malik" userId="75bbfd951af34ddf" providerId="LiveId" clId="{72EBD0DD-2070-4E6C-9DD9-806D8E44FFC7}" dt="2026-10-18T13:01:36.742" v="1631" actId="22"/>
        <pc:sldMkLst>
          <pc:docMk/>
          <pc:sldMk cId="2404380979" sldId="289"/>
        </pc:sldMkLst>
        <pc:spChg chg="add del">
          <ac:chgData name="Ishan Malik" userId="75bbfd951af34ddf" providerId="LiveId" clId="{72EBD0DD-2070-4E6C-9DD9-806D8E44FFC7}" dt="2026-10-18T13:01:36.742" v="1631" actId="22"/>
          <ac:spMkLst>
            <pc:docMk/>
            <pc:sldMk cId="2404380979" sldId="289"/>
            <ac:spMk id="4" creationId="{99FB295C-04F3-4BB6-06C3-CC3C07C2588D}"/>
          </ac:spMkLst>
        </pc:spChg>
        <pc:spChg chg="mod">
          <ac:chgData name="Ishan Malik" userId="75bbfd951af34ddf" providerId="LiveId" clId="{72EBD0DD-2070-4E6C-9DD9-806D8E44FFC7}" dt="2026-10-18T13:01:05.407" v="1628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addSp delSp modSp new mod">
        <pc:chgData name="Ishan Malik" userId="75bbfd951af34ddf" providerId="LiveId" clId="{72EBD0DD-2070-4E6C-9DD9-806D8E44FFC7}" dt="2026-10-18T10:42:27.420" v="1416" actId="14100"/>
        <pc:sldMkLst>
          <pc:docMk/>
          <pc:sldMk cId="2441198296" sldId="290"/>
        </pc:sldMkLst>
        <pc:spChg chg="del">
          <ac:chgData name="Ishan Malik" userId="75bbfd951af34ddf" providerId="LiveId" clId="{72EBD0DD-2070-4E6C-9DD9-806D8E44FFC7}" dt="2026-10-18T10:42:19.437" v="1412" actId="478"/>
          <ac:spMkLst>
            <pc:docMk/>
            <pc:sldMk cId="2441198296" sldId="290"/>
            <ac:spMk id="2" creationId="{F3C77F0B-9C76-E64F-AE79-39ACF729DD73}"/>
          </ac:spMkLst>
        </pc:spChg>
        <pc:spChg chg="del">
          <ac:chgData name="Ishan Malik" userId="75bbfd951af34ddf" providerId="LiveId" clId="{72EBD0DD-2070-4E6C-9DD9-806D8E44FFC7}" dt="2026-10-18T10:42:19.437" v="1412" actId="478"/>
          <ac:spMkLst>
            <pc:docMk/>
            <pc:sldMk cId="2441198296" sldId="290"/>
            <ac:spMk id="3" creationId="{87D2497D-CF40-C56A-E1CF-79F1C9D8346C}"/>
          </ac:spMkLst>
        </pc:spChg>
        <pc:picChg chg="add mod">
          <ac:chgData name="Ishan Malik" userId="75bbfd951af34ddf" providerId="LiveId" clId="{72EBD0DD-2070-4E6C-9DD9-806D8E44FFC7}" dt="2026-10-18T10:42:27.420" v="1416" actId="14100"/>
          <ac:picMkLst>
            <pc:docMk/>
            <pc:sldMk cId="2441198296" sldId="290"/>
            <ac:picMk id="4" creationId="{514424E5-6494-7207-4A8A-A275609E99FE}"/>
          </ac:picMkLst>
        </pc:pic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</pc:sldChg>
      <pc:sldChg chg="modSp new mod modAnim">
        <pc:chgData name="Ishan Malik" userId="75bbfd951af34ddf" providerId="LiveId" clId="{72EBD0DD-2070-4E6C-9DD9-806D8E44FFC7}" dt="2026-10-18T10:47:34.202" v="1427"/>
        <pc:sldMkLst>
          <pc:docMk/>
          <pc:sldMk cId="3830267534" sldId="291"/>
        </pc:sldMkLst>
        <pc:spChg chg="mod">
          <ac:chgData name="Ishan Malik" userId="75bbfd951af34ddf" providerId="LiveId" clId="{72EBD0DD-2070-4E6C-9DD9-806D8E44FFC7}" dt="2026-10-18T10:46:28.501" v="1418"/>
          <ac:spMkLst>
            <pc:docMk/>
            <pc:sldMk cId="3830267534" sldId="291"/>
            <ac:spMk id="2" creationId="{EA252252-D341-791F-5DC2-4F1A3501F07D}"/>
          </ac:spMkLst>
        </pc:spChg>
        <pc:spChg chg="mod">
          <ac:chgData name="Ishan Malik" userId="75bbfd951af34ddf" providerId="LiveId" clId="{72EBD0DD-2070-4E6C-9DD9-806D8E44FFC7}" dt="2026-10-18T10:47:25.626" v="1425" actId="5793"/>
          <ac:spMkLst>
            <pc:docMk/>
            <pc:sldMk cId="3830267534" sldId="291"/>
            <ac:spMk id="3" creationId="{63EBF99F-981B-3ADA-FB93-3D25855BA9CC}"/>
          </ac:spMkLst>
        </pc:sp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</pc:sldChg>
      <pc:sldChg chg="addSp delSp modSp new mod">
        <pc:chgData name="Ishan Malik" userId="75bbfd951af34ddf" providerId="LiveId" clId="{72EBD0DD-2070-4E6C-9DD9-806D8E44FFC7}" dt="2026-10-18T10:55:46.301" v="1433" actId="14100"/>
        <pc:sldMkLst>
          <pc:docMk/>
          <pc:sldMk cId="2096957447" sldId="292"/>
        </pc:sldMkLst>
        <pc:spChg chg="del">
          <ac:chgData name="Ishan Malik" userId="75bbfd951af34ddf" providerId="LiveId" clId="{72EBD0DD-2070-4E6C-9DD9-806D8E44FFC7}" dt="2026-10-18T10:55:35.631" v="1429" actId="478"/>
          <ac:spMkLst>
            <pc:docMk/>
            <pc:sldMk cId="2096957447" sldId="292"/>
            <ac:spMk id="2" creationId="{8CED0228-5203-2DC0-4A20-44E29A922152}"/>
          </ac:spMkLst>
        </pc:spChg>
        <pc:spChg chg="del">
          <ac:chgData name="Ishan Malik" userId="75bbfd951af34ddf" providerId="LiveId" clId="{72EBD0DD-2070-4E6C-9DD9-806D8E44FFC7}" dt="2026-10-18T10:55:35.631" v="1429" actId="478"/>
          <ac:spMkLst>
            <pc:docMk/>
            <pc:sldMk cId="2096957447" sldId="292"/>
            <ac:spMk id="3" creationId="{579176D9-ACF2-BC68-B87F-752E4F6394D9}"/>
          </ac:spMkLst>
        </pc:spChg>
        <pc:picChg chg="add mod">
          <ac:chgData name="Ishan Malik" userId="75bbfd951af34ddf" providerId="LiveId" clId="{72EBD0DD-2070-4E6C-9DD9-806D8E44FFC7}" dt="2026-10-18T10:55:46.301" v="1433" actId="14100"/>
          <ac:picMkLst>
            <pc:docMk/>
            <pc:sldMk cId="2096957447" sldId="292"/>
            <ac:picMk id="4" creationId="{154156DB-04CE-721B-B4C8-89EF07B700B5}"/>
          </ac:picMkLst>
        </pc:picChg>
      </pc:sldChg>
      <pc:sldChg chg="addSp delSp modSp new mod">
        <pc:chgData name="Ishan Malik" userId="75bbfd951af34ddf" providerId="LiveId" clId="{72EBD0DD-2070-4E6C-9DD9-806D8E44FFC7}" dt="2026-10-18T11:33:58.724" v="1440" actId="22"/>
        <pc:sldMkLst>
          <pc:docMk/>
          <pc:sldMk cId="1752893837" sldId="293"/>
        </pc:sldMkLst>
        <pc:spChg chg="del">
          <ac:chgData name="Ishan Malik" userId="75bbfd951af34ddf" providerId="LiveId" clId="{72EBD0DD-2070-4E6C-9DD9-806D8E44FFC7}" dt="2026-10-18T11:26:30.781" v="1435" actId="478"/>
          <ac:spMkLst>
            <pc:docMk/>
            <pc:sldMk cId="1752893837" sldId="293"/>
            <ac:spMk id="2" creationId="{87961A55-1B45-5CE4-5C92-5E3D0AFE3EF1}"/>
          </ac:spMkLst>
        </pc:spChg>
        <pc:spChg chg="del">
          <ac:chgData name="Ishan Malik" userId="75bbfd951af34ddf" providerId="LiveId" clId="{72EBD0DD-2070-4E6C-9DD9-806D8E44FFC7}" dt="2026-10-18T11:26:30.781" v="1435" actId="478"/>
          <ac:spMkLst>
            <pc:docMk/>
            <pc:sldMk cId="1752893837" sldId="293"/>
            <ac:spMk id="3" creationId="{980DE5A4-AF38-7245-D8E8-0E73CD2318FC}"/>
          </ac:spMkLst>
        </pc:spChg>
        <pc:picChg chg="add mod">
          <ac:chgData name="Ishan Malik" userId="75bbfd951af34ddf" providerId="LiveId" clId="{72EBD0DD-2070-4E6C-9DD9-806D8E44FFC7}" dt="2026-10-18T11:29:11.095" v="1439" actId="14100"/>
          <ac:picMkLst>
            <pc:docMk/>
            <pc:sldMk cId="1752893837" sldId="293"/>
            <ac:picMk id="4" creationId="{6EF2F359-93C1-E57C-7ACA-F9D15746638A}"/>
          </ac:picMkLst>
        </pc:picChg>
        <pc:picChg chg="add">
          <ac:chgData name="Ishan Malik" userId="75bbfd951af34ddf" providerId="LiveId" clId="{72EBD0DD-2070-4E6C-9DD9-806D8E44FFC7}" dt="2026-10-18T11:33:58.724" v="1440" actId="22"/>
          <ac:picMkLst>
            <pc:docMk/>
            <pc:sldMk cId="1752893837" sldId="293"/>
            <ac:picMk id="6" creationId="{BB9C905D-F47D-2B4F-EBB5-CB883A599B6B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</pc:sldChg>
      <pc:sldChg chg="addSp delSp modSp new mod">
        <pc:chgData name="Ishan Malik" userId="75bbfd951af34ddf" providerId="LiveId" clId="{72EBD0DD-2070-4E6C-9DD9-806D8E44FFC7}" dt="2026-10-18T11:42:28.677" v="1446" actId="14100"/>
        <pc:sldMkLst>
          <pc:docMk/>
          <pc:sldMk cId="1525239635" sldId="294"/>
        </pc:sldMkLst>
        <pc:spChg chg="del">
          <ac:chgData name="Ishan Malik" userId="75bbfd951af34ddf" providerId="LiveId" clId="{72EBD0DD-2070-4E6C-9DD9-806D8E44FFC7}" dt="2026-10-18T11:42:17.294" v="1442" actId="478"/>
          <ac:spMkLst>
            <pc:docMk/>
            <pc:sldMk cId="1525239635" sldId="294"/>
            <ac:spMk id="2" creationId="{E68613EC-F221-A689-3EE0-79787ACAC7E5}"/>
          </ac:spMkLst>
        </pc:spChg>
        <pc:spChg chg="del">
          <ac:chgData name="Ishan Malik" userId="75bbfd951af34ddf" providerId="LiveId" clId="{72EBD0DD-2070-4E6C-9DD9-806D8E44FFC7}" dt="2026-10-18T11:42:17.294" v="1442" actId="478"/>
          <ac:spMkLst>
            <pc:docMk/>
            <pc:sldMk cId="1525239635" sldId="294"/>
            <ac:spMk id="3" creationId="{12E8AF77-2222-81CD-2ADC-8A9DCFC1F636}"/>
          </ac:spMkLst>
        </pc:spChg>
        <pc:picChg chg="add mod">
          <ac:chgData name="Ishan Malik" userId="75bbfd951af34ddf" providerId="LiveId" clId="{72EBD0DD-2070-4E6C-9DD9-806D8E44FFC7}" dt="2026-10-18T11:42:28.677" v="1446" actId="14100"/>
          <ac:picMkLst>
            <pc:docMk/>
            <pc:sldMk cId="1525239635" sldId="294"/>
            <ac:picMk id="4" creationId="{2FE315A6-59C1-E92F-5589-485BA350EE6C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</pc:sldChg>
      <pc:sldChg chg="addSp modSp new mod modAnim">
        <pc:chgData name="Ishan Malik" userId="75bbfd951af34ddf" providerId="LiveId" clId="{72EBD0DD-2070-4E6C-9DD9-806D8E44FFC7}" dt="2026-10-18T12:15:06.096" v="1581"/>
        <pc:sldMkLst>
          <pc:docMk/>
          <pc:sldMk cId="2989200495" sldId="295"/>
        </pc:sldMkLst>
        <pc:spChg chg="mod">
          <ac:chgData name="Ishan Malik" userId="75bbfd951af34ddf" providerId="LiveId" clId="{72EBD0DD-2070-4E6C-9DD9-806D8E44FFC7}" dt="2026-10-18T11:51:09.637" v="1467" actId="20577"/>
          <ac:spMkLst>
            <pc:docMk/>
            <pc:sldMk cId="2989200495" sldId="295"/>
            <ac:spMk id="2" creationId="{88CFEB37-FFE8-E6A4-1647-A9020C9CA6C7}"/>
          </ac:spMkLst>
        </pc:spChg>
        <pc:spChg chg="mod">
          <ac:chgData name="Ishan Malik" userId="75bbfd951af34ddf" providerId="LiveId" clId="{72EBD0DD-2070-4E6C-9DD9-806D8E44FFC7}" dt="2026-10-18T11:54:26.377" v="1488" actId="404"/>
          <ac:spMkLst>
            <pc:docMk/>
            <pc:sldMk cId="2989200495" sldId="295"/>
            <ac:spMk id="3" creationId="{19BA255D-D4DB-3BBC-F2A2-F7E74DAB9CA7}"/>
          </ac:spMkLst>
        </pc:spChg>
        <pc:graphicFrameChg chg="add mod modGraphic">
          <ac:chgData name="Ishan Malik" userId="75bbfd951af34ddf" providerId="LiveId" clId="{72EBD0DD-2070-4E6C-9DD9-806D8E44FFC7}" dt="2026-10-18T12:14:24.496" v="1580"/>
          <ac:graphicFrameMkLst>
            <pc:docMk/>
            <pc:sldMk cId="2989200495" sldId="295"/>
            <ac:graphicFrameMk id="4" creationId="{A29548CB-C0DD-E93C-EF8A-3BC92C413E55}"/>
          </ac:graphicFrameMkLst>
        </pc:graphicFrame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</pc:sldChg>
      <pc:sldChg chg="addSp delSp new mod">
        <pc:chgData name="Ishan Malik" userId="75bbfd951af34ddf" providerId="LiveId" clId="{72EBD0DD-2070-4E6C-9DD9-806D8E44FFC7}" dt="2026-10-18T12:16:06.919" v="1584" actId="22"/>
        <pc:sldMkLst>
          <pc:docMk/>
          <pc:sldMk cId="1742825302" sldId="296"/>
        </pc:sldMkLst>
        <pc:spChg chg="del">
          <ac:chgData name="Ishan Malik" userId="75bbfd951af34ddf" providerId="LiveId" clId="{72EBD0DD-2070-4E6C-9DD9-806D8E44FFC7}" dt="2026-10-18T12:16:06.290" v="1583" actId="478"/>
          <ac:spMkLst>
            <pc:docMk/>
            <pc:sldMk cId="1742825302" sldId="296"/>
            <ac:spMk id="2" creationId="{2806684B-F5EE-5F78-6D8A-B2C8862F2C3D}"/>
          </ac:spMkLst>
        </pc:spChg>
        <pc:spChg chg="del">
          <ac:chgData name="Ishan Malik" userId="75bbfd951af34ddf" providerId="LiveId" clId="{72EBD0DD-2070-4E6C-9DD9-806D8E44FFC7}" dt="2026-10-18T12:16:06.290" v="1583" actId="478"/>
          <ac:spMkLst>
            <pc:docMk/>
            <pc:sldMk cId="1742825302" sldId="296"/>
            <ac:spMk id="3" creationId="{9B517896-556A-9A40-8237-544BC36DFBFE}"/>
          </ac:spMkLst>
        </pc:spChg>
        <pc:picChg chg="add">
          <ac:chgData name="Ishan Malik" userId="75bbfd951af34ddf" providerId="LiveId" clId="{72EBD0DD-2070-4E6C-9DD9-806D8E44FFC7}" dt="2026-10-18T12:16:06.919" v="1584" actId="22"/>
          <ac:picMkLst>
            <pc:docMk/>
            <pc:sldMk cId="1742825302" sldId="296"/>
            <ac:picMk id="5" creationId="{00D4FE86-46FB-65CF-1135-ED98183E1009}"/>
          </ac:picMkLst>
        </pc:pic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</pc:sldChg>
      <pc:sldChg chg="addSp delSp new mod">
        <pc:chgData name="Ishan Malik" userId="75bbfd951af34ddf" providerId="LiveId" clId="{72EBD0DD-2070-4E6C-9DD9-806D8E44FFC7}" dt="2026-10-18T12:54:39.045" v="1614" actId="22"/>
        <pc:sldMkLst>
          <pc:docMk/>
          <pc:sldMk cId="3833666441" sldId="297"/>
        </pc:sldMkLst>
        <pc:spChg chg="del">
          <ac:chgData name="Ishan Malik" userId="75bbfd951af34ddf" providerId="LiveId" clId="{72EBD0DD-2070-4E6C-9DD9-806D8E44FFC7}" dt="2026-10-18T12:54:38.369" v="1613" actId="478"/>
          <ac:spMkLst>
            <pc:docMk/>
            <pc:sldMk cId="3833666441" sldId="297"/>
            <ac:spMk id="2" creationId="{90D155F8-DFEB-BB69-D944-89CFFEB269EB}"/>
          </ac:spMkLst>
        </pc:spChg>
        <pc:spChg chg="del">
          <ac:chgData name="Ishan Malik" userId="75bbfd951af34ddf" providerId="LiveId" clId="{72EBD0DD-2070-4E6C-9DD9-806D8E44FFC7}" dt="2026-10-18T12:54:38.369" v="1613" actId="478"/>
          <ac:spMkLst>
            <pc:docMk/>
            <pc:sldMk cId="3833666441" sldId="297"/>
            <ac:spMk id="3" creationId="{A8E26BE2-2FAE-8EEC-4C9D-347CBCA08EBE}"/>
          </ac:spMkLst>
        </pc:spChg>
        <pc:picChg chg="add">
          <ac:chgData name="Ishan Malik" userId="75bbfd951af34ddf" providerId="LiveId" clId="{72EBD0DD-2070-4E6C-9DD9-806D8E44FFC7}" dt="2026-10-18T12:54:39.045" v="1614" actId="22"/>
          <ac:picMkLst>
            <pc:docMk/>
            <pc:sldMk cId="3833666441" sldId="297"/>
            <ac:picMk id="5" creationId="{468A1393-2246-93E7-C5BD-6FCED65FE439}"/>
          </ac:picMkLst>
        </pc:picChg>
      </pc:sldChg>
      <pc:sldChg chg="modSp new mod modAnim">
        <pc:chgData name="Ishan Malik" userId="75bbfd951af34ddf" providerId="LiveId" clId="{72EBD0DD-2070-4E6C-9DD9-806D8E44FFC7}" dt="2026-10-18T12:20:16.323" v="1607"/>
        <pc:sldMkLst>
          <pc:docMk/>
          <pc:sldMk cId="1369913981" sldId="298"/>
        </pc:sldMkLst>
        <pc:spChg chg="mod">
          <ac:chgData name="Ishan Malik" userId="75bbfd951af34ddf" providerId="LiveId" clId="{72EBD0DD-2070-4E6C-9DD9-806D8E44FFC7}" dt="2026-10-18T12:18:47.234" v="1587"/>
          <ac:spMkLst>
            <pc:docMk/>
            <pc:sldMk cId="1369913981" sldId="298"/>
            <ac:spMk id="2" creationId="{297DABEF-C183-7CF3-73A5-6CC13B84E643}"/>
          </ac:spMkLst>
        </pc:spChg>
        <pc:spChg chg="mod">
          <ac:chgData name="Ishan Malik" userId="75bbfd951af34ddf" providerId="LiveId" clId="{72EBD0DD-2070-4E6C-9DD9-806D8E44FFC7}" dt="2026-10-18T12:20:03.303" v="1605" actId="20577"/>
          <ac:spMkLst>
            <pc:docMk/>
            <pc:sldMk cId="1369913981" sldId="298"/>
            <ac:spMk id="3" creationId="{F7AEE64B-EC90-A755-5833-A302E7632061}"/>
          </ac:spMkLst>
        </pc:spChg>
      </pc:sldChg>
      <pc:sldChg chg="addSp delSp new mod">
        <pc:chgData name="Ishan Malik" userId="75bbfd951af34ddf" providerId="LiveId" clId="{72EBD0DD-2070-4E6C-9DD9-806D8E44FFC7}" dt="2026-10-18T12:33:23.821" v="1610" actId="22"/>
        <pc:sldMkLst>
          <pc:docMk/>
          <pc:sldMk cId="3575755818" sldId="299"/>
        </pc:sldMkLst>
        <pc:spChg chg="del">
          <ac:chgData name="Ishan Malik" userId="75bbfd951af34ddf" providerId="LiveId" clId="{72EBD0DD-2070-4E6C-9DD9-806D8E44FFC7}" dt="2026-10-18T12:33:23.122" v="1609" actId="478"/>
          <ac:spMkLst>
            <pc:docMk/>
            <pc:sldMk cId="3575755818" sldId="299"/>
            <ac:spMk id="2" creationId="{C0DA5FC2-BE01-1A65-6BCF-573D7D5A7E52}"/>
          </ac:spMkLst>
        </pc:spChg>
        <pc:spChg chg="del">
          <ac:chgData name="Ishan Malik" userId="75bbfd951af34ddf" providerId="LiveId" clId="{72EBD0DD-2070-4E6C-9DD9-806D8E44FFC7}" dt="2026-10-18T12:33:23.122" v="1609" actId="478"/>
          <ac:spMkLst>
            <pc:docMk/>
            <pc:sldMk cId="3575755818" sldId="299"/>
            <ac:spMk id="3" creationId="{D43FC5C6-853F-BBB0-6E08-9534E9438C72}"/>
          </ac:spMkLst>
        </pc:spChg>
        <pc:picChg chg="add">
          <ac:chgData name="Ishan Malik" userId="75bbfd951af34ddf" providerId="LiveId" clId="{72EBD0DD-2070-4E6C-9DD9-806D8E44FFC7}" dt="2026-10-18T12:33:23.821" v="1610" actId="22"/>
          <ac:picMkLst>
            <pc:docMk/>
            <pc:sldMk cId="3575755818" sldId="299"/>
            <ac:picMk id="5" creationId="{EDA51BCA-31CD-3AAE-1D70-74A3C8C6E00B}"/>
          </ac:picMkLst>
        </pc:picChg>
      </pc:sldChg>
      <pc:sldChg chg="modSp add mod modAnim">
        <pc:chgData name="Ishan Malik" userId="75bbfd951af34ddf" providerId="LiveId" clId="{72EBD0DD-2070-4E6C-9DD9-806D8E44FFC7}" dt="2026-10-18T13:03:07.412" v="1649" actId="20577"/>
        <pc:sldMkLst>
          <pc:docMk/>
          <pc:sldMk cId="1089280879" sldId="300"/>
        </pc:sldMkLst>
        <pc:spChg chg="mod">
          <ac:chgData name="Ishan Malik" userId="75bbfd951af34ddf" providerId="LiveId" clId="{72EBD0DD-2070-4E6C-9DD9-806D8E44FFC7}" dt="2026-10-18T13:03:07.412" v="1649" actId="20577"/>
          <ac:spMkLst>
            <pc:docMk/>
            <pc:sldMk cId="1089280879" sldId="300"/>
            <ac:spMk id="7" creationId="{643EAEFA-D34E-72B1-B678-D827FCDB8550}"/>
          </ac:spMkLst>
        </pc:spChg>
      </pc:sldChg>
      <pc:sldChg chg="new del">
        <pc:chgData name="Ishan Malik" userId="75bbfd951af34ddf" providerId="LiveId" clId="{72EBD0DD-2070-4E6C-9DD9-806D8E44FFC7}" dt="2026-10-18T12:54:33.291" v="1612" actId="680"/>
        <pc:sldMkLst>
          <pc:docMk/>
          <pc:sldMk cId="2574671956" sldId="300"/>
        </pc:sldMkLst>
      </pc:sldChg>
      <pc:sldChg chg="modSp add mod modAnim">
        <pc:chgData name="Ishan Malik" userId="75bbfd951af34ddf" providerId="LiveId" clId="{72EBD0DD-2070-4E6C-9DD9-806D8E44FFC7}" dt="2026-10-18T13:06:17.021" v="1696" actId="20577"/>
        <pc:sldMkLst>
          <pc:docMk/>
          <pc:sldMk cId="2038645077" sldId="301"/>
        </pc:sldMkLst>
        <pc:spChg chg="mod">
          <ac:chgData name="Ishan Malik" userId="75bbfd951af34ddf" providerId="LiveId" clId="{72EBD0DD-2070-4E6C-9DD9-806D8E44FFC7}" dt="2026-10-18T13:06:11.396" v="1691"/>
          <ac:spMkLst>
            <pc:docMk/>
            <pc:sldMk cId="2038645077" sldId="301"/>
            <ac:spMk id="7" creationId="{E99DB6D3-FDB1-A5E4-1D7F-5C44D8CA0939}"/>
          </ac:spMkLst>
        </pc:spChg>
      </pc:sldChg>
      <pc:sldChg chg="modSp new mod modAnim">
        <pc:chgData name="Ishan Malik" userId="75bbfd951af34ddf" providerId="LiveId" clId="{72EBD0DD-2070-4E6C-9DD9-806D8E44FFC7}" dt="2026-10-18T13:06:50.088" v="1707"/>
        <pc:sldMkLst>
          <pc:docMk/>
          <pc:sldMk cId="2219330382" sldId="302"/>
        </pc:sldMkLst>
        <pc:spChg chg="mod">
          <ac:chgData name="Ishan Malik" userId="75bbfd951af34ddf" providerId="LiveId" clId="{72EBD0DD-2070-4E6C-9DD9-806D8E44FFC7}" dt="2026-10-18T13:06:33.316" v="1706"/>
          <ac:spMkLst>
            <pc:docMk/>
            <pc:sldMk cId="2219330382" sldId="302"/>
            <ac:spMk id="2" creationId="{672C8B6E-C22A-24FF-EA88-8A66175C009A}"/>
          </ac:spMkLst>
        </pc:spChg>
        <pc:spChg chg="mod">
          <ac:chgData name="Ishan Malik" userId="75bbfd951af34ddf" providerId="LiveId" clId="{72EBD0DD-2070-4E6C-9DD9-806D8E44FFC7}" dt="2026-10-18T13:06:27.191" v="1705" actId="20577"/>
          <ac:spMkLst>
            <pc:docMk/>
            <pc:sldMk cId="2219330382" sldId="302"/>
            <ac:spMk id="3" creationId="{C8B2901A-DB26-2BBE-8A16-6B261B764A19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 APIs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Testing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API testing</a:t>
            </a:r>
            <a:r>
              <a:rPr lang="en-US" dirty="0"/>
              <a:t> is a type of software testing that validates the business logic layer of an application, verifying that the APIs meet functional, performance, security, and reliability requirements.</a:t>
            </a:r>
          </a:p>
          <a:p>
            <a:r>
              <a:rPr lang="en-US" dirty="0"/>
              <a:t>By acting as the intermediary between the front-end and back-end, testing the API layer enables teams to catch bugs early in development before the visual application is fully built.</a:t>
            </a:r>
          </a:p>
          <a:p>
            <a:r>
              <a:rPr lang="en-US" dirty="0"/>
              <a:t>Unlike frontend UI testing which focuses on graphical elements, API testing bypasses the user interface to directly communicate with backend services using structured data requests and responses.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3c27c27-e2db-453b-9f0a-d7b7d925448c/1792320015098-01a14e97-8895-7f5d-a240-5e654925058f.webp">
            <a:extLst>
              <a:ext uri="{FF2B5EF4-FFF2-40B4-BE49-F238E27FC236}">
                <a16:creationId xmlns:a16="http://schemas.microsoft.com/office/drawing/2014/main" id="{514424E5-6494-7207-4A8A-A275609E9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ABEF-C183-7CF3-73A5-6CC13B84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API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EE64B-EC90-A755-5833-A302E763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To effectively test an API, developers and QA teams construct specific requests to an endpoint (a resource URL) and evaluate the server's response. Key elements checked during this loop include: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HTTP Methods: </a:t>
            </a:r>
            <a:r>
              <a:rPr lang="en-US" dirty="0"/>
              <a:t>Verifying the action being taken, such as GET (read), POST (create), PUT (update), or DELETE (remove). </a:t>
            </a:r>
          </a:p>
          <a:p>
            <a:r>
              <a:rPr lang="en-US" b="1" dirty="0"/>
              <a:t>Status Codes:</a:t>
            </a:r>
            <a:r>
              <a:rPr lang="en-US" dirty="0"/>
              <a:t> Checking the numeric indicators returned by the server, such as 200 OK for success, 400 Bad Request for client-side errors, or 500 Internal Server Error for system breakdowns.</a:t>
            </a:r>
          </a:p>
          <a:p>
            <a:r>
              <a:rPr lang="en-US" b="1" dirty="0"/>
              <a:t>Payload Data:</a:t>
            </a:r>
            <a:r>
              <a:rPr lang="en-US" dirty="0"/>
              <a:t> Validating the structure and contents of the sent and received data, typically formatted as JSON or XML.</a:t>
            </a:r>
          </a:p>
          <a:p>
            <a:r>
              <a:rPr lang="en-US" b="1" dirty="0"/>
              <a:t>Headers:</a:t>
            </a:r>
            <a:r>
              <a:rPr lang="en-US" dirty="0"/>
              <a:t> Inspecting the request and response metadata containing authorization details, content types, and caching instructions.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1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51BCA-31CD-3AAE-1D70-74A3C8C6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5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2252-D341-791F-5DC2-4F1A3501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BF99F-981B-3ADA-FB93-3D25855B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pyramid is a model for deciding how many tests to write at each level. </a:t>
            </a:r>
          </a:p>
          <a:p>
            <a:r>
              <a:rPr lang="en-US" dirty="0"/>
              <a:t>It has three layers, from bottom to top: unit tests, integration tests and end-to-end (E2E) tests. </a:t>
            </a:r>
          </a:p>
          <a:p>
            <a:r>
              <a:rPr lang="en-US" dirty="0"/>
              <a:t>The advice is many unit tests, fewer integration tests and very few E2E tests. </a:t>
            </a:r>
          </a:p>
          <a:p>
            <a:r>
              <a:rPr lang="en-US" dirty="0"/>
              <a:t>A common starting ratio is about 70% unit, 20% integration and 10% E2E.</a:t>
            </a:r>
          </a:p>
        </p:txBody>
      </p:sp>
    </p:spTree>
    <p:extLst>
      <p:ext uri="{BB962C8B-B14F-4D97-AF65-F5344CB8AC3E}">
        <p14:creationId xmlns:p14="http://schemas.microsoft.com/office/powerpoint/2010/main" val="383026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4156DB-04CE-721B-B4C8-89EF07B7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3c27c27-e2db-453b-9f0a-d7b7d925448c/1792321805902-01a14eb3-e5d2-7e6d-b378-4f87c5e35258.webp">
            <a:extLst>
              <a:ext uri="{FF2B5EF4-FFF2-40B4-BE49-F238E27FC236}">
                <a16:creationId xmlns:a16="http://schemas.microsoft.com/office/drawing/2014/main" id="{6EF2F359-93C1-E57C-7ACA-F9D157466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87237" cy="685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C905D-F47D-2B4F-EBB5-CB883A59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9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315A6-59C1-E92F-5589-485BA350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3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EB37-FFE8-E6A4-1647-A9020C9C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A255D-D4DB-3BBC-F2A2-F7E74DAB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When writing integration or unit tests that interact with data, developers choose between two primary strategies to test code: </a:t>
            </a:r>
            <a:r>
              <a:rPr lang="en-US" sz="2000" b="1" dirty="0"/>
              <a:t>Mocking</a:t>
            </a:r>
            <a:r>
              <a:rPr lang="en-US" sz="2000" dirty="0"/>
              <a:t> or </a:t>
            </a:r>
            <a:r>
              <a:rPr lang="en-US" sz="2000" b="1" dirty="0"/>
              <a:t>using an In-Memory/Test Database.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9548CB-C0DD-E93C-EF8A-3BC92C413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550790"/>
              </p:ext>
            </p:extLst>
          </p:nvPr>
        </p:nvGraphicFramePr>
        <p:xfrm>
          <a:off x="838200" y="2524760"/>
          <a:ext cx="10515600" cy="3601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0096">
                  <a:extLst>
                    <a:ext uri="{9D8B030D-6E8A-4147-A177-3AD203B41FA5}">
                      <a16:colId xmlns:a16="http://schemas.microsoft.com/office/drawing/2014/main" val="3149057787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788878438"/>
                    </a:ext>
                  </a:extLst>
                </a:gridCol>
                <a:gridCol w="4632960">
                  <a:extLst>
                    <a:ext uri="{9D8B030D-6E8A-4147-A177-3AD203B41FA5}">
                      <a16:colId xmlns:a16="http://schemas.microsoft.com/office/drawing/2014/main" val="2617839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In-Memory / Test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42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What it does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Replaces your database adapter with simulated data structures that hardcode specific responses.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Spins up a temporary, light database instance that actually executes queries and saves data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20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Test Classification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Unit Testing</a:t>
                      </a:r>
                      <a:r>
                        <a:rPr lang="en-US" sz="1400" dirty="0"/>
                        <a:t> (Zero real external infrastructure).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Integration Testing</a:t>
                      </a:r>
                      <a:r>
                        <a:rPr lang="en-US" sz="1400" dirty="0"/>
                        <a:t> (Tests code boundary and data persistence layer).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22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Layer Tested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Code logic only (bypasses database, query generation, and constraints).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Code logic, database queries, ORM mapping, relationships, and basic integrity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57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Execution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Extremely Fast</a:t>
                      </a:r>
                      <a:r>
                        <a:rPr lang="en-US" sz="1400" dirty="0"/>
                        <a:t> (Runs in microseconds; no network or disk I/O overhead).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Slower</a:t>
                      </a:r>
                      <a:r>
                        <a:rPr lang="en-US" sz="1400" dirty="0"/>
                        <a:t> (Slower than mocking due to setup/teardown and execution cycles, but much faster than physical DBs).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48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Maintenance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High</a:t>
                      </a:r>
                      <a:r>
                        <a:rPr lang="en-US" sz="1400" b="0" dirty="0"/>
                        <a:t> (Tests break frequently if code internals or variable names change, even if logic remains correct).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Low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(Tests stay resilient because they focus on inputs and outputs, not internal data structures).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187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Risk Profile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High risk of false positives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(A broken SQL query can still pass if the mock returns the expected object).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Low risk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(Catches invalid queries, missing tables, or constraint violations before deployment).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75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20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D4FE86-46FB-65CF-1135-ED98183E1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25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8A1393-2246-93E7-C5BD-6FCED65F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6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Which of the following accurately describes the structure and philosophy of the Testing Pyramid?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features a large layer of end-to-end UI tests at the bottom, supported by small unit tests at the top.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suggests a large base of fast, low-level unit tests, progressing upward to fewer, slower end-to-end UI tests.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mandates an equal number of unit, integration, and UI tests distributed evenly across all three tiers.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prioritizes manual QA testing over automated tests, keeping automated checks as a secondary verification step.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DF78-0C1C-DED5-8B4A-481A0FD9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7141-3D1B-0851-D275-E336B548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3EAEFA-D34E-72B1-B678-D827FCDB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During the execution of a test structured with the Arrange-Act-Assert (AAA) pattern, which activity specifically belongs to the "Arrange" phase?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Verifying that the returned value matches the expected output or exception type.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Invoking the target method or operation being tested under the system under test.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Setting up test data, initializing object instances, and configuring mock expectations.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Disposing of database connections and cleaning up global environment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8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70AB-C09D-55CB-999F-12D448D9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AF3F-4D97-27C7-9180-8D6C77D4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9DB6D3-FDB1-A5E4-1D7F-5C44D8CA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When deciding whether to use a mock object or an in-memory database for testing a data-driven repository, which scenario best justifies using a mock?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want absolute isolation of a unit by substituting dependency behavior and avoiding any execution of database engine logic or schema constraints.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need to verify complex LINQ query translation and database-specific constraint violations.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want to test end-to-end transactional integrity across multiple database tables.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When you require persistent data storage across multiple isolated test fixture runs.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4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8B6E-C22A-24FF-EA88-8A66175C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901A-DB26-2BBE-8A16-6B261B764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 the </a:t>
            </a:r>
            <a:r>
              <a:rPr lang="en-US" b="1" dirty="0" err="1"/>
              <a:t>xUnit</a:t>
            </a:r>
            <a:r>
              <a:rPr lang="en-US" b="1" dirty="0"/>
              <a:t> testing framework, what is the key distinction between the [Fact] attribute and the [Theory] attribute?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[Fact] is used for asynchronous tests, whereas [Theory] is used exclusively for synchronous tests.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[Fact] requires parameter inputs from data sources, whereas [Theory] takes no arguments.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[Fact] runs in parallel by default, whereas [Theory] forces sequential execution.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[Fact] represents an invariant test that takes no arguments, whereas [Theory] represents a test suite that is true for a set of data inputs.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221933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1000</TotalTime>
  <Words>956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Testing APIs</vt:lpstr>
      <vt:lpstr>API Testing</vt:lpstr>
      <vt:lpstr>PowerPoint Presentation</vt:lpstr>
      <vt:lpstr>Core Concepts of API Testing</vt:lpstr>
      <vt:lpstr>PowerPoint Presentation</vt:lpstr>
      <vt:lpstr>Testing Pyramid</vt:lpstr>
      <vt:lpstr>PowerPoint Presentation</vt:lpstr>
      <vt:lpstr>PowerPoint Presentation</vt:lpstr>
      <vt:lpstr>PowerPoint Presentation</vt:lpstr>
      <vt:lpstr>Unit Testing Methods</vt:lpstr>
      <vt:lpstr>PowerPoint Presentation</vt:lpstr>
      <vt:lpstr>PowerPoint Presentation</vt:lpstr>
      <vt:lpstr>Quick Quiz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2026-10-18T13:06:52Z</dcterms:modified>
</cp:coreProperties>
</file>