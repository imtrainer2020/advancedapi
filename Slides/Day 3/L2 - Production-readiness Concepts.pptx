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82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289" r:id="rId16"/>
    <p:sldId id="302" r:id="rId17"/>
    <p:sldId id="303" r:id="rId18"/>
    <p:sldId id="28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A39D1C-9996-408F-9A78-17EF45DC9B23}" v="103" dt="2026-10-18T08:05:22.4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Malik" userId="75bbfd951af34ddf" providerId="LiveId" clId="{72EBD0DD-2070-4E6C-9DD9-806D8E44FFC7}"/>
    <pc:docChg chg="undo custSel addSld delSld modSld sldOrd delMainMaster modMainMaster">
      <pc:chgData name="Ishan Malik" userId="75bbfd951af34ddf" providerId="LiveId" clId="{72EBD0DD-2070-4E6C-9DD9-806D8E44FFC7}" dt="2026-10-18T10:03:44.500" v="1616" actId="14100"/>
      <pc:docMkLst>
        <pc:docMk/>
      </pc:docMkLst>
      <pc:sldChg chg="modSp new mod">
        <pc:chgData name="Ishan Malik" userId="75bbfd951af34ddf" providerId="LiveId" clId="{72EBD0DD-2070-4E6C-9DD9-806D8E44FFC7}" dt="2026-10-18T05:33:10.812" v="1364"/>
        <pc:sldMkLst>
          <pc:docMk/>
          <pc:sldMk cId="750024370" sldId="256"/>
        </pc:sldMkLst>
        <pc:spChg chg="mod">
          <ac:chgData name="Ishan Malik" userId="75bbfd951af34ddf" providerId="LiveId" clId="{72EBD0DD-2070-4E6C-9DD9-806D8E44FFC7}" dt="2026-10-18T05:33:10.812" v="1364"/>
          <ac:spMkLst>
            <pc:docMk/>
            <pc:sldMk cId="750024370" sldId="256"/>
            <ac:spMk id="2" creationId="{D46A0EEF-DD89-DC64-D8DD-D71BC18C1298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750024370" sldId="256"/>
            <ac:spMk id="3" creationId="{27706239-3D08-7827-C9F5-6B5D595662FE}"/>
          </ac:spMkLst>
        </pc:spChg>
      </pc:sldChg>
      <pc:sldChg chg="addSp delSp modSp new mod ord modClrScheme chgLayout">
        <pc:chgData name="Ishan Malik" userId="75bbfd951af34ddf" providerId="LiveId" clId="{72EBD0DD-2070-4E6C-9DD9-806D8E44FFC7}" dt="2026-10-16T13:54:07.444" v="1082"/>
        <pc:sldMkLst>
          <pc:docMk/>
          <pc:sldMk cId="701013432" sldId="281"/>
        </pc:sldMkLst>
        <pc:spChg chg="add mod ord">
          <ac:chgData name="Ishan Malik" userId="75bbfd951af34ddf" providerId="LiveId" clId="{72EBD0DD-2070-4E6C-9DD9-806D8E44FFC7}" dt="2026-10-16T12:39:07.854" v="1024" actId="20577"/>
          <ac:spMkLst>
            <pc:docMk/>
            <pc:sldMk cId="701013432" sldId="281"/>
            <ac:spMk id="4" creationId="{56E6698C-308C-3EBE-9BA4-B6B425894670}"/>
          </ac:spMkLst>
        </pc:spChg>
        <pc:spChg chg="add mod ord">
          <ac:chgData name="Ishan Malik" userId="75bbfd951af34ddf" providerId="LiveId" clId="{72EBD0DD-2070-4E6C-9DD9-806D8E44FFC7}" dt="2026-10-16T12:39:11.933" v="1031" actId="20577"/>
          <ac:spMkLst>
            <pc:docMk/>
            <pc:sldMk cId="701013432" sldId="281"/>
            <ac:spMk id="5" creationId="{D651E0C5-B9CE-51B7-97B9-0376B021DFEF}"/>
          </ac:spMkLst>
        </pc:spChg>
      </pc:sldChg>
      <pc:sldChg chg="addSp delSp modSp new mod modAnim">
        <pc:chgData name="Ishan Malik" userId="75bbfd951af34ddf" providerId="LiveId" clId="{72EBD0DD-2070-4E6C-9DD9-806D8E44FFC7}" dt="2026-10-18T06:08:21.129" v="1377" actId="20577"/>
        <pc:sldMkLst>
          <pc:docMk/>
          <pc:sldMk cId="1600338391" sldId="282"/>
        </pc:sldMkLst>
        <pc:spChg chg="add mod">
          <ac:chgData name="Ishan Malik" userId="75bbfd951af34ddf" providerId="LiveId" clId="{72EBD0DD-2070-4E6C-9DD9-806D8E44FFC7}" dt="2026-10-18T06:08:21.129" v="1377" actId="20577"/>
          <ac:spMkLst>
            <pc:docMk/>
            <pc:sldMk cId="1600338391" sldId="282"/>
            <ac:spMk id="5" creationId="{670FD740-D0FF-B5D6-556D-2D5CD62C2D11}"/>
          </ac:spMkLst>
        </pc:spChg>
        <pc:spChg chg="add mod">
          <ac:chgData name="Ishan Malik" userId="75bbfd951af34ddf" providerId="LiveId" clId="{72EBD0DD-2070-4E6C-9DD9-806D8E44FFC7}" dt="2026-10-18T06:07:52.825" v="1371" actId="20577"/>
          <ac:spMkLst>
            <pc:docMk/>
            <pc:sldMk cId="1600338391" sldId="282"/>
            <ac:spMk id="7" creationId="{BBBEE7FA-95FB-F9CE-01F4-AD6C722DB358}"/>
          </ac:spMkLst>
        </pc:spChg>
      </pc:sldChg>
      <pc:sldChg chg="modSp add mod modAnim">
        <pc:chgData name="Ishan Malik" userId="75bbfd951af34ddf" providerId="LiveId" clId="{72EBD0DD-2070-4E6C-9DD9-806D8E44FFC7}" dt="2026-10-18T08:02:18.153" v="1573" actId="20577"/>
        <pc:sldMkLst>
          <pc:docMk/>
          <pc:sldMk cId="2404380979" sldId="289"/>
        </pc:sldMkLst>
        <pc:spChg chg="mod">
          <ac:chgData name="Ishan Malik" userId="75bbfd951af34ddf" providerId="LiveId" clId="{72EBD0DD-2070-4E6C-9DD9-806D8E44FFC7}" dt="2026-10-18T08:02:18.153" v="1573" actId="20577"/>
          <ac:spMkLst>
            <pc:docMk/>
            <pc:sldMk cId="2404380979" sldId="289"/>
            <ac:spMk id="7" creationId="{F3A67794-4A97-9691-63F1-E84A05ABF576}"/>
          </ac:spMkLst>
        </pc:spChg>
      </pc:sldChg>
      <pc:sldChg chg="addSp delSp modSp new mod">
        <pc:chgData name="Ishan Malik" userId="75bbfd951af34ddf" providerId="LiveId" clId="{72EBD0DD-2070-4E6C-9DD9-806D8E44FFC7}" dt="2026-10-18T06:21:43.731" v="1385" actId="14100"/>
        <pc:sldMkLst>
          <pc:docMk/>
          <pc:sldMk cId="755651151" sldId="290"/>
        </pc:sldMkLst>
        <pc:spChg chg="del">
          <ac:chgData name="Ishan Malik" userId="75bbfd951af34ddf" providerId="LiveId" clId="{72EBD0DD-2070-4E6C-9DD9-806D8E44FFC7}" dt="2026-10-18T06:21:22.928" v="1379" actId="478"/>
          <ac:spMkLst>
            <pc:docMk/>
            <pc:sldMk cId="755651151" sldId="290"/>
            <ac:spMk id="2" creationId="{80B7A63A-1022-0F2E-146C-BB25031E25C7}"/>
          </ac:spMkLst>
        </pc:spChg>
        <pc:spChg chg="del">
          <ac:chgData name="Ishan Malik" userId="75bbfd951af34ddf" providerId="LiveId" clId="{72EBD0DD-2070-4E6C-9DD9-806D8E44FFC7}" dt="2026-10-18T06:21:22.928" v="1379" actId="478"/>
          <ac:spMkLst>
            <pc:docMk/>
            <pc:sldMk cId="755651151" sldId="290"/>
            <ac:spMk id="3" creationId="{3F35DA3C-5C77-D9B1-91F2-8F5EE243B9DE}"/>
          </ac:spMkLst>
        </pc:spChg>
        <pc:picChg chg="add mod">
          <ac:chgData name="Ishan Malik" userId="75bbfd951af34ddf" providerId="LiveId" clId="{72EBD0DD-2070-4E6C-9DD9-806D8E44FFC7}" dt="2026-10-18T06:21:43.731" v="1385" actId="14100"/>
          <ac:picMkLst>
            <pc:docMk/>
            <pc:sldMk cId="755651151" sldId="290"/>
            <ac:picMk id="4" creationId="{E80CD263-8528-6953-0F0B-91A06F9B311E}"/>
          </ac:picMkLst>
        </pc:picChg>
      </pc:sldChg>
      <pc:sldChg chg="addSp delSp new del mod">
        <pc:chgData name="Ishan Malik" userId="75bbfd951af34ddf" providerId="LiveId" clId="{72EBD0DD-2070-4E6C-9DD9-806D8E44FFC7}" dt="2026-10-17T03:43:45.946" v="1362" actId="47"/>
        <pc:sldMkLst>
          <pc:docMk/>
          <pc:sldMk cId="3209596444" sldId="290"/>
        </pc:sldMkLst>
      </pc:sldChg>
      <pc:sldChg chg="addSp modSp new del mod modAnim">
        <pc:chgData name="Ishan Malik" userId="75bbfd951af34ddf" providerId="LiveId" clId="{72EBD0DD-2070-4E6C-9DD9-806D8E44FFC7}" dt="2026-10-17T03:43:45.946" v="1362" actId="47"/>
        <pc:sldMkLst>
          <pc:docMk/>
          <pc:sldMk cId="308682377" sldId="291"/>
        </pc:sldMkLst>
      </pc:sldChg>
      <pc:sldChg chg="modSp new mod">
        <pc:chgData name="Ishan Malik" userId="75bbfd951af34ddf" providerId="LiveId" clId="{72EBD0DD-2070-4E6C-9DD9-806D8E44FFC7}" dt="2026-10-18T06:32:27.266" v="1396" actId="20577"/>
        <pc:sldMkLst>
          <pc:docMk/>
          <pc:sldMk cId="2227597105" sldId="291"/>
        </pc:sldMkLst>
        <pc:spChg chg="mod">
          <ac:chgData name="Ishan Malik" userId="75bbfd951af34ddf" providerId="LiveId" clId="{72EBD0DD-2070-4E6C-9DD9-806D8E44FFC7}" dt="2026-10-18T06:32:24.280" v="1395" actId="20577"/>
          <ac:spMkLst>
            <pc:docMk/>
            <pc:sldMk cId="2227597105" sldId="291"/>
            <ac:spMk id="2" creationId="{DAB369A4-DA8D-6090-3248-3116D6CE5277}"/>
          </ac:spMkLst>
        </pc:spChg>
        <pc:spChg chg="mod">
          <ac:chgData name="Ishan Malik" userId="75bbfd951af34ddf" providerId="LiveId" clId="{72EBD0DD-2070-4E6C-9DD9-806D8E44FFC7}" dt="2026-10-18T06:32:27.266" v="1396" actId="20577"/>
          <ac:spMkLst>
            <pc:docMk/>
            <pc:sldMk cId="2227597105" sldId="291"/>
            <ac:spMk id="3" creationId="{60DAE869-9F86-746A-5D0B-32082C660B16}"/>
          </ac:spMkLst>
        </pc:spChg>
      </pc:sldChg>
      <pc:sldChg chg="addSp delSp new mod">
        <pc:chgData name="Ishan Malik" userId="75bbfd951af34ddf" providerId="LiveId" clId="{72EBD0DD-2070-4E6C-9DD9-806D8E44FFC7}" dt="2026-10-18T06:41:48.627" v="1399" actId="22"/>
        <pc:sldMkLst>
          <pc:docMk/>
          <pc:sldMk cId="65037819" sldId="292"/>
        </pc:sldMkLst>
        <pc:spChg chg="del">
          <ac:chgData name="Ishan Malik" userId="75bbfd951af34ddf" providerId="LiveId" clId="{72EBD0DD-2070-4E6C-9DD9-806D8E44FFC7}" dt="2026-10-18T06:41:47.883" v="1398" actId="478"/>
          <ac:spMkLst>
            <pc:docMk/>
            <pc:sldMk cId="65037819" sldId="292"/>
            <ac:spMk id="2" creationId="{F9A3B662-CA1C-2E85-6389-AC93F6E6C840}"/>
          </ac:spMkLst>
        </pc:spChg>
        <pc:spChg chg="del">
          <ac:chgData name="Ishan Malik" userId="75bbfd951af34ddf" providerId="LiveId" clId="{72EBD0DD-2070-4E6C-9DD9-806D8E44FFC7}" dt="2026-10-18T06:41:47.883" v="1398" actId="478"/>
          <ac:spMkLst>
            <pc:docMk/>
            <pc:sldMk cId="65037819" sldId="292"/>
            <ac:spMk id="3" creationId="{A54E6F5E-DD18-9484-2728-8FBF43977558}"/>
          </ac:spMkLst>
        </pc:spChg>
        <pc:picChg chg="add">
          <ac:chgData name="Ishan Malik" userId="75bbfd951af34ddf" providerId="LiveId" clId="{72EBD0DD-2070-4E6C-9DD9-806D8E44FFC7}" dt="2026-10-18T06:41:48.627" v="1399" actId="22"/>
          <ac:picMkLst>
            <pc:docMk/>
            <pc:sldMk cId="65037819" sldId="292"/>
            <ac:picMk id="5" creationId="{16E4D9C2-3C9C-BCB6-831F-4711C48944C6}"/>
          </ac:picMkLst>
        </pc:picChg>
      </pc:sldChg>
      <pc:sldChg chg="addSp delSp modSp add del mod delAnim modAnim">
        <pc:chgData name="Ishan Malik" userId="75bbfd951af34ddf" providerId="LiveId" clId="{72EBD0DD-2070-4E6C-9DD9-806D8E44FFC7}" dt="2026-10-17T03:43:45.946" v="1362" actId="47"/>
        <pc:sldMkLst>
          <pc:docMk/>
          <pc:sldMk cId="1992385909" sldId="292"/>
        </pc:sldMkLst>
      </pc:sldChg>
      <pc:sldChg chg="modSp new mod">
        <pc:chgData name="Ishan Malik" userId="75bbfd951af34ddf" providerId="LiveId" clId="{72EBD0DD-2070-4E6C-9DD9-806D8E44FFC7}" dt="2026-10-18T06:51:32.130" v="1416"/>
        <pc:sldMkLst>
          <pc:docMk/>
          <pc:sldMk cId="2922963454" sldId="293"/>
        </pc:sldMkLst>
        <pc:spChg chg="mod">
          <ac:chgData name="Ishan Malik" userId="75bbfd951af34ddf" providerId="LiveId" clId="{72EBD0DD-2070-4E6C-9DD9-806D8E44FFC7}" dt="2026-10-18T06:49:49.687" v="1405" actId="20577"/>
          <ac:spMkLst>
            <pc:docMk/>
            <pc:sldMk cId="2922963454" sldId="293"/>
            <ac:spMk id="2" creationId="{2381DB99-E1BB-0AF7-061D-8E1F574977A3}"/>
          </ac:spMkLst>
        </pc:spChg>
        <pc:spChg chg="mod">
          <ac:chgData name="Ishan Malik" userId="75bbfd951af34ddf" providerId="LiveId" clId="{72EBD0DD-2070-4E6C-9DD9-806D8E44FFC7}" dt="2026-10-18T06:51:32.130" v="1416"/>
          <ac:spMkLst>
            <pc:docMk/>
            <pc:sldMk cId="2922963454" sldId="293"/>
            <ac:spMk id="3" creationId="{B01A48D9-4E6D-2929-4D02-4096567286D2}"/>
          </ac:spMkLst>
        </pc:spChg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2932851628" sldId="293"/>
        </pc:sldMkLst>
      </pc:sldChg>
      <pc:sldChg chg="modSp new mod modAnim">
        <pc:chgData name="Ishan Malik" userId="75bbfd951af34ddf" providerId="LiveId" clId="{72EBD0DD-2070-4E6C-9DD9-806D8E44FFC7}" dt="2026-10-18T06:56:56.192" v="1424"/>
        <pc:sldMkLst>
          <pc:docMk/>
          <pc:sldMk cId="496951175" sldId="294"/>
        </pc:sldMkLst>
        <pc:spChg chg="mod">
          <ac:chgData name="Ishan Malik" userId="75bbfd951af34ddf" providerId="LiveId" clId="{72EBD0DD-2070-4E6C-9DD9-806D8E44FFC7}" dt="2026-10-18T06:55:58.345" v="1418"/>
          <ac:spMkLst>
            <pc:docMk/>
            <pc:sldMk cId="496951175" sldId="294"/>
            <ac:spMk id="2" creationId="{86F05504-ACF0-AA11-D3A9-D4182989ED67}"/>
          </ac:spMkLst>
        </pc:spChg>
        <pc:spChg chg="mod">
          <ac:chgData name="Ishan Malik" userId="75bbfd951af34ddf" providerId="LiveId" clId="{72EBD0DD-2070-4E6C-9DD9-806D8E44FFC7}" dt="2026-10-18T06:56:48.927" v="1422" actId="5793"/>
          <ac:spMkLst>
            <pc:docMk/>
            <pc:sldMk cId="496951175" sldId="294"/>
            <ac:spMk id="3" creationId="{6D161446-8DFE-DE34-5BB5-603879D7114D}"/>
          </ac:spMkLst>
        </pc:spChg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3032367073" sldId="294"/>
        </pc:sldMkLst>
      </pc:sldChg>
      <pc:sldChg chg="addSp delSp modSp new mod">
        <pc:chgData name="Ishan Malik" userId="75bbfd951af34ddf" providerId="LiveId" clId="{72EBD0DD-2070-4E6C-9DD9-806D8E44FFC7}" dt="2026-10-18T07:08:16.105" v="1435" actId="14100"/>
        <pc:sldMkLst>
          <pc:docMk/>
          <pc:sldMk cId="2526108760" sldId="295"/>
        </pc:sldMkLst>
        <pc:spChg chg="del">
          <ac:chgData name="Ishan Malik" userId="75bbfd951af34ddf" providerId="LiveId" clId="{72EBD0DD-2070-4E6C-9DD9-806D8E44FFC7}" dt="2026-10-18T07:04:18.293" v="1426" actId="478"/>
          <ac:spMkLst>
            <pc:docMk/>
            <pc:sldMk cId="2526108760" sldId="295"/>
            <ac:spMk id="2" creationId="{F7367859-BB84-690B-07D4-F8A611013454}"/>
          </ac:spMkLst>
        </pc:spChg>
        <pc:spChg chg="del">
          <ac:chgData name="Ishan Malik" userId="75bbfd951af34ddf" providerId="LiveId" clId="{72EBD0DD-2070-4E6C-9DD9-806D8E44FFC7}" dt="2026-10-18T07:04:18.293" v="1426" actId="478"/>
          <ac:spMkLst>
            <pc:docMk/>
            <pc:sldMk cId="2526108760" sldId="295"/>
            <ac:spMk id="3" creationId="{2A22FD23-EC30-64B4-67B6-3D40CB118C47}"/>
          </ac:spMkLst>
        </pc:spChg>
        <pc:picChg chg="add del mod">
          <ac:chgData name="Ishan Malik" userId="75bbfd951af34ddf" providerId="LiveId" clId="{72EBD0DD-2070-4E6C-9DD9-806D8E44FFC7}" dt="2026-10-18T07:07:46.729" v="1431" actId="478"/>
          <ac:picMkLst>
            <pc:docMk/>
            <pc:sldMk cId="2526108760" sldId="295"/>
            <ac:picMk id="4" creationId="{59E36E6B-4C6A-88AD-08E5-E4B62A224AFC}"/>
          </ac:picMkLst>
        </pc:picChg>
        <pc:picChg chg="add mod">
          <ac:chgData name="Ishan Malik" userId="75bbfd951af34ddf" providerId="LiveId" clId="{72EBD0DD-2070-4E6C-9DD9-806D8E44FFC7}" dt="2026-10-18T07:08:16.105" v="1435" actId="14100"/>
          <ac:picMkLst>
            <pc:docMk/>
            <pc:sldMk cId="2526108760" sldId="295"/>
            <ac:picMk id="5" creationId="{C29B54BE-E4CA-02BD-297D-87B73D7D0D5E}"/>
          </ac:picMkLst>
        </pc:picChg>
      </pc:sldChg>
      <pc:sldChg chg="addSp modSp new del mod">
        <pc:chgData name="Ishan Malik" userId="75bbfd951af34ddf" providerId="LiveId" clId="{72EBD0DD-2070-4E6C-9DD9-806D8E44FFC7}" dt="2026-10-17T03:43:45.946" v="1362" actId="47"/>
        <pc:sldMkLst>
          <pc:docMk/>
          <pc:sldMk cId="4165888872" sldId="295"/>
        </pc:sldMkLst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264340566" sldId="296"/>
        </pc:sldMkLst>
      </pc:sldChg>
      <pc:sldChg chg="addSp delSp modSp new mod">
        <pc:chgData name="Ishan Malik" userId="75bbfd951af34ddf" providerId="LiveId" clId="{72EBD0DD-2070-4E6C-9DD9-806D8E44FFC7}" dt="2026-10-18T07:18:36.560" v="1441" actId="14100"/>
        <pc:sldMkLst>
          <pc:docMk/>
          <pc:sldMk cId="320531088" sldId="296"/>
        </pc:sldMkLst>
        <pc:spChg chg="del">
          <ac:chgData name="Ishan Malik" userId="75bbfd951af34ddf" providerId="LiveId" clId="{72EBD0DD-2070-4E6C-9DD9-806D8E44FFC7}" dt="2026-10-18T07:18:26.483" v="1437" actId="478"/>
          <ac:spMkLst>
            <pc:docMk/>
            <pc:sldMk cId="320531088" sldId="296"/>
            <ac:spMk id="2" creationId="{9D6A7FEF-FDA8-4B19-E9AF-5A8B63CDDD8B}"/>
          </ac:spMkLst>
        </pc:spChg>
        <pc:spChg chg="del">
          <ac:chgData name="Ishan Malik" userId="75bbfd951af34ddf" providerId="LiveId" clId="{72EBD0DD-2070-4E6C-9DD9-806D8E44FFC7}" dt="2026-10-18T07:18:26.483" v="1437" actId="478"/>
          <ac:spMkLst>
            <pc:docMk/>
            <pc:sldMk cId="320531088" sldId="296"/>
            <ac:spMk id="3" creationId="{416B52C4-7874-88AB-4F4F-CF936E19A706}"/>
          </ac:spMkLst>
        </pc:spChg>
        <pc:picChg chg="add mod">
          <ac:chgData name="Ishan Malik" userId="75bbfd951af34ddf" providerId="LiveId" clId="{72EBD0DD-2070-4E6C-9DD9-806D8E44FFC7}" dt="2026-10-18T07:18:36.560" v="1441" actId="14100"/>
          <ac:picMkLst>
            <pc:docMk/>
            <pc:sldMk cId="320531088" sldId="296"/>
            <ac:picMk id="4" creationId="{8A3559AD-8503-3654-7B51-7BF1C4EF4657}"/>
          </ac:picMkLst>
        </pc:picChg>
      </pc:sldChg>
      <pc:sldChg chg="modSp add del mod modAnim">
        <pc:chgData name="Ishan Malik" userId="75bbfd951af34ddf" providerId="LiveId" clId="{72EBD0DD-2070-4E6C-9DD9-806D8E44FFC7}" dt="2026-10-17T03:43:53.155" v="1363" actId="47"/>
        <pc:sldMkLst>
          <pc:docMk/>
          <pc:sldMk cId="1070963268" sldId="297"/>
        </pc:sldMkLst>
      </pc:sldChg>
      <pc:sldChg chg="modSp new mod modAnim">
        <pc:chgData name="Ishan Malik" userId="75bbfd951af34ddf" providerId="LiveId" clId="{72EBD0DD-2070-4E6C-9DD9-806D8E44FFC7}" dt="2026-10-18T07:23:14.265" v="1461"/>
        <pc:sldMkLst>
          <pc:docMk/>
          <pc:sldMk cId="1106632534" sldId="297"/>
        </pc:sldMkLst>
        <pc:spChg chg="mod">
          <ac:chgData name="Ishan Malik" userId="75bbfd951af34ddf" providerId="LiveId" clId="{72EBD0DD-2070-4E6C-9DD9-806D8E44FFC7}" dt="2026-10-18T07:21:23.339" v="1455" actId="20577"/>
          <ac:spMkLst>
            <pc:docMk/>
            <pc:sldMk cId="1106632534" sldId="297"/>
            <ac:spMk id="2" creationId="{FE9C3D01-6E2B-0273-1820-DC978CFF43EB}"/>
          </ac:spMkLst>
        </pc:spChg>
        <pc:spChg chg="mod">
          <ac:chgData name="Ishan Malik" userId="75bbfd951af34ddf" providerId="LiveId" clId="{72EBD0DD-2070-4E6C-9DD9-806D8E44FFC7}" dt="2026-10-18T07:23:07.097" v="1459" actId="5793"/>
          <ac:spMkLst>
            <pc:docMk/>
            <pc:sldMk cId="1106632534" sldId="297"/>
            <ac:spMk id="3" creationId="{F4531399-C3CD-AC88-FB3D-E44333506605}"/>
          </ac:spMkLst>
        </pc:spChg>
      </pc:sldChg>
      <pc:sldChg chg="addSp delSp new mod">
        <pc:chgData name="Ishan Malik" userId="75bbfd951af34ddf" providerId="LiveId" clId="{72EBD0DD-2070-4E6C-9DD9-806D8E44FFC7}" dt="2026-10-18T07:32:29.631" v="1464" actId="22"/>
        <pc:sldMkLst>
          <pc:docMk/>
          <pc:sldMk cId="213060523" sldId="298"/>
        </pc:sldMkLst>
        <pc:spChg chg="del">
          <ac:chgData name="Ishan Malik" userId="75bbfd951af34ddf" providerId="LiveId" clId="{72EBD0DD-2070-4E6C-9DD9-806D8E44FFC7}" dt="2026-10-18T07:32:28.913" v="1463" actId="478"/>
          <ac:spMkLst>
            <pc:docMk/>
            <pc:sldMk cId="213060523" sldId="298"/>
            <ac:spMk id="2" creationId="{A37ECBF3-55CB-2BBC-9990-C6B247E8C3E5}"/>
          </ac:spMkLst>
        </pc:spChg>
        <pc:spChg chg="del">
          <ac:chgData name="Ishan Malik" userId="75bbfd951af34ddf" providerId="LiveId" clId="{72EBD0DD-2070-4E6C-9DD9-806D8E44FFC7}" dt="2026-10-18T07:32:28.913" v="1463" actId="478"/>
          <ac:spMkLst>
            <pc:docMk/>
            <pc:sldMk cId="213060523" sldId="298"/>
            <ac:spMk id="3" creationId="{BF034F45-6C82-95F9-2E87-FA0AE0D59E47}"/>
          </ac:spMkLst>
        </pc:spChg>
        <pc:picChg chg="add">
          <ac:chgData name="Ishan Malik" userId="75bbfd951af34ddf" providerId="LiveId" clId="{72EBD0DD-2070-4E6C-9DD9-806D8E44FFC7}" dt="2026-10-18T07:32:29.631" v="1464" actId="22"/>
          <ac:picMkLst>
            <pc:docMk/>
            <pc:sldMk cId="213060523" sldId="298"/>
            <ac:picMk id="5" creationId="{13C81143-4476-5E1C-4356-135DD646BDDA}"/>
          </ac:picMkLst>
        </pc:picChg>
      </pc:sldChg>
      <pc:sldChg chg="modSp new mod modAnim">
        <pc:chgData name="Ishan Malik" userId="75bbfd951af34ddf" providerId="LiveId" clId="{72EBD0DD-2070-4E6C-9DD9-806D8E44FFC7}" dt="2026-10-18T07:43:16.339" v="1530"/>
        <pc:sldMkLst>
          <pc:docMk/>
          <pc:sldMk cId="4243228746" sldId="299"/>
        </pc:sldMkLst>
        <pc:spChg chg="mod">
          <ac:chgData name="Ishan Malik" userId="75bbfd951af34ddf" providerId="LiveId" clId="{72EBD0DD-2070-4E6C-9DD9-806D8E44FFC7}" dt="2026-10-18T07:36:01.003" v="1482" actId="20577"/>
          <ac:spMkLst>
            <pc:docMk/>
            <pc:sldMk cId="4243228746" sldId="299"/>
            <ac:spMk id="2" creationId="{F8651C5D-F33D-34B0-70B4-2A391567760C}"/>
          </ac:spMkLst>
        </pc:spChg>
        <pc:spChg chg="mod">
          <ac:chgData name="Ishan Malik" userId="75bbfd951af34ddf" providerId="LiveId" clId="{72EBD0DD-2070-4E6C-9DD9-806D8E44FFC7}" dt="2026-10-18T07:42:39.468" v="1525" actId="20577"/>
          <ac:spMkLst>
            <pc:docMk/>
            <pc:sldMk cId="4243228746" sldId="299"/>
            <ac:spMk id="3" creationId="{AC3B4C91-0C7D-36F9-A62B-B09DD8B9ED96}"/>
          </ac:spMkLst>
        </pc:spChg>
      </pc:sldChg>
      <pc:sldChg chg="addSp delSp modSp new mod">
        <pc:chgData name="Ishan Malik" userId="75bbfd951af34ddf" providerId="LiveId" clId="{72EBD0DD-2070-4E6C-9DD9-806D8E44FFC7}" dt="2026-10-18T10:03:44.500" v="1616" actId="14100"/>
        <pc:sldMkLst>
          <pc:docMk/>
          <pc:sldMk cId="3917308026" sldId="300"/>
        </pc:sldMkLst>
        <pc:spChg chg="del">
          <ac:chgData name="Ishan Malik" userId="75bbfd951af34ddf" providerId="LiveId" clId="{72EBD0DD-2070-4E6C-9DD9-806D8E44FFC7}" dt="2026-10-18T07:55:35.481" v="1532" actId="478"/>
          <ac:spMkLst>
            <pc:docMk/>
            <pc:sldMk cId="3917308026" sldId="300"/>
            <ac:spMk id="2" creationId="{FA50C721-553C-B344-E283-4BC1B660796A}"/>
          </ac:spMkLst>
        </pc:spChg>
        <pc:spChg chg="del">
          <ac:chgData name="Ishan Malik" userId="75bbfd951af34ddf" providerId="LiveId" clId="{72EBD0DD-2070-4E6C-9DD9-806D8E44FFC7}" dt="2026-10-18T07:55:35.481" v="1532" actId="478"/>
          <ac:spMkLst>
            <pc:docMk/>
            <pc:sldMk cId="3917308026" sldId="300"/>
            <ac:spMk id="3" creationId="{B8875656-B73F-8B7A-5CA5-32A7242A53B0}"/>
          </ac:spMkLst>
        </pc:spChg>
        <pc:picChg chg="add mod">
          <ac:chgData name="Ishan Malik" userId="75bbfd951af34ddf" providerId="LiveId" clId="{72EBD0DD-2070-4E6C-9DD9-806D8E44FFC7}" dt="2026-10-18T10:03:44.500" v="1616" actId="14100"/>
          <ac:picMkLst>
            <pc:docMk/>
            <pc:sldMk cId="3917308026" sldId="300"/>
            <ac:picMk id="2" creationId="{A272D12C-0973-C2F3-63C6-74228556A7EE}"/>
          </ac:picMkLst>
        </pc:picChg>
        <pc:picChg chg="add del mod">
          <ac:chgData name="Ishan Malik" userId="75bbfd951af34ddf" providerId="LiveId" clId="{72EBD0DD-2070-4E6C-9DD9-806D8E44FFC7}" dt="2026-10-18T10:03:35.023" v="1612" actId="478"/>
          <ac:picMkLst>
            <pc:docMk/>
            <pc:sldMk cId="3917308026" sldId="300"/>
            <ac:picMk id="4" creationId="{E7657F3F-0256-65C2-7A9C-40D3AA7FA2D7}"/>
          </ac:picMkLst>
        </pc:picChg>
      </pc:sldChg>
      <pc:sldChg chg="modSp new mod modAnim">
        <pc:chgData name="Ishan Malik" userId="75bbfd951af34ddf" providerId="LiveId" clId="{72EBD0DD-2070-4E6C-9DD9-806D8E44FFC7}" dt="2026-10-18T07:58:18.565" v="1558"/>
        <pc:sldMkLst>
          <pc:docMk/>
          <pc:sldMk cId="2847413670" sldId="301"/>
        </pc:sldMkLst>
        <pc:spChg chg="mod">
          <ac:chgData name="Ishan Malik" userId="75bbfd951af34ddf" providerId="LiveId" clId="{72EBD0DD-2070-4E6C-9DD9-806D8E44FFC7}" dt="2026-10-18T07:56:52.980" v="1538"/>
          <ac:spMkLst>
            <pc:docMk/>
            <pc:sldMk cId="2847413670" sldId="301"/>
            <ac:spMk id="2" creationId="{25206DFB-94AE-3826-FD22-17B431EB6FF5}"/>
          </ac:spMkLst>
        </pc:spChg>
        <pc:spChg chg="mod">
          <ac:chgData name="Ishan Malik" userId="75bbfd951af34ddf" providerId="LiveId" clId="{72EBD0DD-2070-4E6C-9DD9-806D8E44FFC7}" dt="2026-10-18T07:57:50.481" v="1554" actId="27636"/>
          <ac:spMkLst>
            <pc:docMk/>
            <pc:sldMk cId="2847413670" sldId="301"/>
            <ac:spMk id="3" creationId="{7D5FF216-F821-AEE0-BE58-A6D4091F828F}"/>
          </ac:spMkLst>
        </pc:spChg>
      </pc:sldChg>
      <pc:sldChg chg="modSp add mod modAnim">
        <pc:chgData name="Ishan Malik" userId="75bbfd951af34ddf" providerId="LiveId" clId="{72EBD0DD-2070-4E6C-9DD9-806D8E44FFC7}" dt="2026-10-18T08:03:48.731" v="1594" actId="20577"/>
        <pc:sldMkLst>
          <pc:docMk/>
          <pc:sldMk cId="3988018945" sldId="302"/>
        </pc:sldMkLst>
        <pc:spChg chg="mod">
          <ac:chgData name="Ishan Malik" userId="75bbfd951af34ddf" providerId="LiveId" clId="{72EBD0DD-2070-4E6C-9DD9-806D8E44FFC7}" dt="2026-10-18T08:03:48.731" v="1594" actId="20577"/>
          <ac:spMkLst>
            <pc:docMk/>
            <pc:sldMk cId="3988018945" sldId="302"/>
            <ac:spMk id="7" creationId="{18D4D1B3-923B-D924-82DD-6153AAF39DA2}"/>
          </ac:spMkLst>
        </pc:spChg>
      </pc:sldChg>
      <pc:sldChg chg="modSp add mod modAnim">
        <pc:chgData name="Ishan Malik" userId="75bbfd951af34ddf" providerId="LiveId" clId="{72EBD0DD-2070-4E6C-9DD9-806D8E44FFC7}" dt="2026-10-18T08:05:22.473" v="1611" actId="20577"/>
        <pc:sldMkLst>
          <pc:docMk/>
          <pc:sldMk cId="774333609" sldId="303"/>
        </pc:sldMkLst>
        <pc:spChg chg="mod">
          <ac:chgData name="Ishan Malik" userId="75bbfd951af34ddf" providerId="LiveId" clId="{72EBD0DD-2070-4E6C-9DD9-806D8E44FFC7}" dt="2026-10-18T08:05:22.473" v="1611" actId="20577"/>
          <ac:spMkLst>
            <pc:docMk/>
            <pc:sldMk cId="774333609" sldId="303"/>
            <ac:spMk id="7" creationId="{850D6440-0B8B-057A-2EA6-4A218A5558BF}"/>
          </ac:spMkLst>
        </pc:spChg>
      </pc:sldChg>
      <pc:sldMasterChg chg="setBg modSldLayout">
        <pc:chgData name="Ishan Malik" userId="75bbfd951af34ddf" providerId="LiveId" clId="{72EBD0DD-2070-4E6C-9DD9-806D8E44FFC7}" dt="2026-10-14T10:20:21.400" v="599"/>
        <pc:sldMasterMkLst>
          <pc:docMk/>
          <pc:sldMasterMk cId="2391897416" sldId="2147483734"/>
        </pc:sldMasterMkLst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528853156" sldId="2147483735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783954484" sldId="2147483736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470398456" sldId="2147483737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476949328" sldId="2147483738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026524870" sldId="2147483739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512930578" sldId="2147483740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4005297906" sldId="2147483741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917291925" sldId="2147483742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149615843" sldId="2147483743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104170515" sldId="2147483744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268131318" sldId="214748374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3DD2-7816-F6FC-3C18-F52F52589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270EB-C8DB-9B4F-1DBA-5925160F4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65586-17EC-3BE2-F404-19EE1ACE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9BF2F-F86F-CFCF-696E-433E85BA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58CE9-585A-55AB-FFFE-F965C739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5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DE2F-F42D-C29A-DCA6-98E264089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9BD66-84CF-1AA6-E91F-01BA376C6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F830-F2BC-7114-38F9-5BA5C1CEC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57E21-96E6-F566-362A-E468261B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0A26-5957-ACAF-9D2E-FB9D1C09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54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4ACD-3626-A3BA-621F-B6DDCA23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A2707-8FA4-F332-0E2B-68CD9DFF3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27F2A-E65C-7C45-845C-5394BA70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90ADB-E9EC-7F92-F443-732E2241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B0EB9-1D31-B55C-F812-733B9358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9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90825-AC13-8B04-7D7C-FAEDA879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173E9-37FD-C274-998A-797758828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8CDA3-7D40-2F1A-D77D-9B134C51A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DE023-1A9B-6B75-DC61-A0B32A646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6E24C-F943-F6E3-2872-76418639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04FC1-1347-D23E-1B86-B2B226DD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4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93B0-9BE8-E535-29E7-DE2D6A7AC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393C5-4129-3376-AEA9-02DE3B6FF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083DE-999D-2A34-E30E-666AE1912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5B64F1-C5E9-DAD9-90FD-4756B96E6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78630-FA36-97C5-30E3-BAD0F51C9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BCFC5-274D-068E-521D-07560C51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C5BB4-AE16-0498-2D6B-0949A019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52246-6E74-C8F8-3FAE-33D0F68A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2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D2BC-F397-98CD-BA79-1D176A06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2046D-E2D7-A192-FD3B-CE046F7A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DB50D-E531-B2BF-CB4A-734C6E80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9491D-E0A2-B43F-511D-C7B4A9F1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3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8C1665-DC68-D1B4-C21B-3004C7FF9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23FF50-F088-7257-D60D-30569284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191CE-AA7B-4295-AE4D-E43C18FD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9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EF5B1-8597-61AB-E76B-CC71B0B6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357C3-6A16-3842-F7CF-42D4D7961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0AC4E-9ED5-FAFA-7865-C5C4300AD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7D588-B438-C2AB-3B07-03D59643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36AC4-53F8-0DB7-51C1-5D77732A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54739-9F1E-D7C9-1977-266B08CA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91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A2EC-F4C3-7D7C-D1E7-15B4BF6E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5AAB95-F84C-BEE8-2409-1A96850F1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DC4C6-3F7C-19A0-A4EF-DC56E9EBD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43F03-AD3C-BE94-406F-A27847FD7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A0DF6-26B2-C2E3-CE13-6CA9067E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A1395-EAC9-3A4A-D40F-4A52A0EF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1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53A7-6633-5D52-9DF2-436A10D6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B8013-B2EC-823E-0150-C1D515666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ADF45-EE13-7F7D-28C5-7EEE48B6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293ED-A544-C2CA-E46C-D879694D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307A3-4C8A-3502-488F-1A8E99F1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7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A5350-F128-9DE0-5458-C7D6EEF53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E8A7B-449E-E1FA-8366-10607D808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3AC17-0A84-1B31-82FD-C7082A78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B4CFF-E0D7-394F-9B35-1B6DAD627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58F16-A8AE-60CA-325D-CB94B84D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3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12005-0CD1-5DBC-00ED-825BF5841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48312-0DD2-9F75-7432-7777ACDFD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55CF5-D5CD-E0BD-7614-D2D359F4C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337D0-0CC8-4BBF-AA82-34B4F69696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803CF-5C72-0A74-12D1-4B21642D5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438A3-F345-695C-75C7-DE890850D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974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0EEF-DD89-DC64-D8DD-D71BC18C12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Production-readiness Concepts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06239-3D08-7827-C9F5-6B5D595662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Ishaan Malik</a:t>
            </a:r>
          </a:p>
        </p:txBody>
      </p:sp>
    </p:spTree>
    <p:extLst>
      <p:ext uri="{BB962C8B-B14F-4D97-AF65-F5344CB8AC3E}">
        <p14:creationId xmlns:p14="http://schemas.microsoft.com/office/powerpoint/2010/main" val="75002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0FD740-D0FF-B5D6-556D-2D5CD62C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Ready API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BBEE7FA-95FB-F9CE-01F4-AD6C722DB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 API built to reliably handle real-world traffic, security threats, and unexpected failures without crashing.</a:t>
            </a:r>
          </a:p>
        </p:txBody>
      </p:sp>
    </p:spTree>
    <p:extLst>
      <p:ext uri="{BB962C8B-B14F-4D97-AF65-F5344CB8AC3E}">
        <p14:creationId xmlns:p14="http://schemas.microsoft.com/office/powerpoint/2010/main" val="1600338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0CD263-8528-6953-0F0B-91A06F9B3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192"/>
            <a:ext cx="12192000" cy="687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51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369A4-DA8D-6090-3248-3116D6CE5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Versioning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AE869-9F86-746A-5D0B-32082C660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API versioning lets you change your API without breaking the apps that already use it. </a:t>
            </a:r>
          </a:p>
          <a:p>
            <a:pPr marL="0" indent="0">
              <a:buNone/>
            </a:pPr>
            <a:r>
              <a:rPr lang="en-US" dirty="0"/>
              <a:t>You publish the new behavior as a new version (v2) and keep the old one (v1) running until clients have moved.</a:t>
            </a:r>
          </a:p>
        </p:txBody>
      </p:sp>
    </p:spTree>
    <p:extLst>
      <p:ext uri="{BB962C8B-B14F-4D97-AF65-F5344CB8AC3E}">
        <p14:creationId xmlns:p14="http://schemas.microsoft.com/office/powerpoint/2010/main" val="2227597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E4D9C2-3C9C-BCB6-831F-4711C4894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7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1DB99-E1BB-0AF7-061D-8E1F57497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Caching and Rate Limiting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A48D9-4E6D-2929-4D02-409656728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Response Caching</a:t>
            </a:r>
            <a:r>
              <a:rPr lang="en-US" dirty="0"/>
              <a:t> and </a:t>
            </a:r>
            <a:r>
              <a:rPr lang="en-US" b="1" dirty="0"/>
              <a:t>Rate Limiting</a:t>
            </a:r>
            <a:r>
              <a:rPr lang="en-US" dirty="0"/>
              <a:t> are performance and security controls for web APIs.</a:t>
            </a:r>
          </a:p>
          <a:p>
            <a:r>
              <a:rPr lang="en-US" dirty="0"/>
              <a:t>Response caching and rate limiting have opposite goals. </a:t>
            </a:r>
          </a:p>
          <a:p>
            <a:r>
              <a:rPr lang="en-US" dirty="0"/>
              <a:t>Response caching makes your API faster by reusing answers it has already produced. Rate limiting protects your API by capping how many requests one caller can make.</a:t>
            </a:r>
          </a:p>
        </p:txBody>
      </p:sp>
    </p:spTree>
    <p:extLst>
      <p:ext uri="{BB962C8B-B14F-4D97-AF65-F5344CB8AC3E}">
        <p14:creationId xmlns:p14="http://schemas.microsoft.com/office/powerpoint/2010/main" val="2922963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05504-ACF0-AA11-D3A9-D4182989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caching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61446-8DFE-DE34-5BB5-603879D71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Response caching means storing a response and reusing it for later identical requests.</a:t>
            </a:r>
          </a:p>
          <a:p>
            <a:r>
              <a:rPr lang="en-US" dirty="0"/>
              <a:t>When many clients ask for the same unchanging data (for example, a product list), the server computes the answer once and reuses it, so the database isn't hit every time.</a:t>
            </a:r>
          </a:p>
        </p:txBody>
      </p:sp>
    </p:spTree>
    <p:extLst>
      <p:ext uri="{BB962C8B-B14F-4D97-AF65-F5344CB8AC3E}">
        <p14:creationId xmlns:p14="http://schemas.microsoft.com/office/powerpoint/2010/main" val="49695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9B54BE-E4CA-02BD-297D-87B73D7D0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65"/>
            <a:ext cx="12192000" cy="686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108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83c27c27-e2db-453b-9f0a-d7b7d925448c/1792307581612-01a14ddb-0916-7a29-8cb8-38cf28046d25.webp">
            <a:extLst>
              <a:ext uri="{FF2B5EF4-FFF2-40B4-BE49-F238E27FC236}">
                <a16:creationId xmlns:a16="http://schemas.microsoft.com/office/drawing/2014/main" id="{8A3559AD-8503-3654-7B51-7BF1C4EF4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65"/>
            <a:ext cx="12192000" cy="686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1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C3D01-6E2B-0273-1820-DC978CFF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31399-C3CD-AC88-FB3D-E44333506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Health checks are small endpoints that tell tools and humans whether your API and its dependencies are working. </a:t>
            </a:r>
          </a:p>
          <a:p>
            <a:r>
              <a:rPr lang="en-US" dirty="0"/>
              <a:t>A health check is an HTTP endpoint that reports whether your app and its dependencies (database, cache, external APIs) are actually working. </a:t>
            </a:r>
          </a:p>
        </p:txBody>
      </p:sp>
    </p:spTree>
    <p:extLst>
      <p:ext uri="{BB962C8B-B14F-4D97-AF65-F5344CB8AC3E}">
        <p14:creationId xmlns:p14="http://schemas.microsoft.com/office/powerpoint/2010/main" val="110663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C81143-4476-5E1C-4356-135DD646B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60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51C5D-F33D-34B0-70B4-2A3915677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B4C91-0C7D-36F9-A62B-B09DD8B9E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Observability means you can understand what is going on inside your running API by looking at the data it emits. </a:t>
            </a:r>
          </a:p>
          <a:p>
            <a:r>
              <a:rPr lang="en-US" dirty="0"/>
              <a:t>In the old days of development, engineers relied on Monitoring (which just looks at basic charts like "CPU usage is at 90%"). </a:t>
            </a:r>
          </a:p>
          <a:p>
            <a:r>
              <a:rPr lang="en-US" dirty="0"/>
              <a:t>Observability goes deeper—it provides internal visibility into your system by looking at three distinct data types, commonly called the Three Pillars of Observability: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Metrics (The Dashboard Gauges)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Logs (The Diary of Events)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Traces (The Map of the Journey)</a:t>
            </a:r>
          </a:p>
        </p:txBody>
      </p:sp>
    </p:spTree>
    <p:extLst>
      <p:ext uri="{BB962C8B-B14F-4D97-AF65-F5344CB8AC3E}">
        <p14:creationId xmlns:p14="http://schemas.microsoft.com/office/powerpoint/2010/main" val="424322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3c27c27-e2db-453b-9f0a-d7b7d925448c/1792310512720-01a14e06-321e-7677-8368-0c9d96e757b5.webp">
            <a:extLst>
              <a:ext uri="{FF2B5EF4-FFF2-40B4-BE49-F238E27FC236}">
                <a16:creationId xmlns:a16="http://schemas.microsoft.com/office/drawing/2014/main" id="{A272D12C-0973-C2F3-63C6-74228556A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65"/>
            <a:ext cx="12187237" cy="685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308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6DFB-94AE-3826-FD22-17B431EB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Observability Ideas to Implement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FF216-F821-AEE0-BE58-A6D4091F8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The "Correlation ID" Middleware:</a:t>
            </a:r>
            <a:r>
              <a:rPr lang="en-US" dirty="0"/>
              <a:t> Generate a unique, random string (like req-xyz-123) the absolute second an HTTP request touches your API. </a:t>
            </a:r>
          </a:p>
          <a:p>
            <a:pPr lvl="1"/>
            <a:r>
              <a:rPr lang="en-US" dirty="0"/>
              <a:t>Attach this ID to </a:t>
            </a:r>
            <a:r>
              <a:rPr lang="en-US" i="1" dirty="0"/>
              <a:t>every single log line, database query, and error</a:t>
            </a:r>
            <a:r>
              <a:rPr lang="en-US" dirty="0"/>
              <a:t> generated by that request. If a user reports a bug, you can search that one ID and see the exact butterfly effect of what went wrong.</a:t>
            </a:r>
          </a:p>
          <a:p>
            <a:pPr lvl="0"/>
            <a:r>
              <a:rPr lang="en-US" b="1" dirty="0"/>
              <a:t>Automated Slack/Teams Alerts:</a:t>
            </a:r>
            <a:r>
              <a:rPr lang="en-US" dirty="0"/>
              <a:t> Hook your global error handling framework into an observability platform (like Sentry, Datadog, or Honeycomb). </a:t>
            </a:r>
          </a:p>
          <a:p>
            <a:pPr lvl="1"/>
            <a:r>
              <a:rPr lang="en-US" dirty="0"/>
              <a:t>If your API throws more than ten HTTP 500 Internal Server Errors within a 1-minute window, have it automatically ping your team's chat room with a direct link to the failing code line.</a:t>
            </a:r>
          </a:p>
        </p:txBody>
      </p:sp>
    </p:spTree>
    <p:extLst>
      <p:ext uri="{BB962C8B-B14F-4D97-AF65-F5344CB8AC3E}">
        <p14:creationId xmlns:p14="http://schemas.microsoft.com/office/powerpoint/2010/main" val="284741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1900F-EDE2-DA16-E456-32A4DF763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75B6-677A-7904-745E-C5A7C9D6A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A67794-4A97-9691-63F1-E84A05ABF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What is the primary architectural benefit of implementing edge or proxy-level response caching for read-heavy APIs?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guarantees real-time consistency of transactional data across distributed database replicas.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eliminates the need for database indexing by pre-computing all relational joins.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significantly reduces backend compute load and network latency by serving immutable or semi-static responses closer to the client.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enforces strict authorization checks at the network perimeter before authentication tokens are validated.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38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7450B-95A8-9CAF-16C4-A58ED6C52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0B627-39A0-A06B-0229-053AA2248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D4D1B3-923B-D924-82DD-6153AAF39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When designing a rate-limiting strategy using the Token Bucket algorithm for public API consumers, what is a key operational advantage over a fixed-window counter?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allows for controlled bursts of traffic up to the bucket capacity while maintaining a defined average rate over time.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completely eliminates the requirement for distributed state stores like Redis in multi-instance API deployments.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prevents the HTTP 429 Too Many Requests status code from ever being returned to legitimate clients.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automatically scales the backend microservice CPU resources based on incoming request volume.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018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27B14-FEA3-DA38-C898-332065F35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4F4E-EF36-3501-A58F-281505CED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0D6440-0B8B-057A-2EA6-4A218A555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Within the three pillars of observability (metrics, logs, and traces), what is the primary role of distributed tracing in a microservices architecture?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aggregate historical CPU and memory utilization trends across physical infrastructure clusters.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track the end-to-end lifecycle, timing, and propagation of a single request as it traverses multiple distinct services and network boundaries.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store granular, unstructured text events emitted by application runtimes for audit compliance.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replace unit tests by executing automated regression suites against live production endpoints.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: B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33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E6698C-308C-3EBE-9BA4-B6B425894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51E0C5-B9CE-51B7-97B9-0376B021DF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70101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970</TotalTime>
  <Words>742</Words>
  <Application>Microsoft Office PowerPoint</Application>
  <PresentationFormat>Widescreen</PresentationFormat>
  <Paragraphs>58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Production-readiness Concepts</vt:lpstr>
      <vt:lpstr>Production Ready API</vt:lpstr>
      <vt:lpstr>PowerPoint Presentation</vt:lpstr>
      <vt:lpstr>API Versioning</vt:lpstr>
      <vt:lpstr>PowerPoint Presentation</vt:lpstr>
      <vt:lpstr>Response Caching and Rate Limiting</vt:lpstr>
      <vt:lpstr>Response caching</vt:lpstr>
      <vt:lpstr>PowerPoint Presentation</vt:lpstr>
      <vt:lpstr>PowerPoint Presentation</vt:lpstr>
      <vt:lpstr>Health Checks</vt:lpstr>
      <vt:lpstr>PowerPoint Presentation</vt:lpstr>
      <vt:lpstr>API Observability</vt:lpstr>
      <vt:lpstr>PowerPoint Presentation</vt:lpstr>
      <vt:lpstr>Practical Observability Ideas to Implement</vt:lpstr>
      <vt:lpstr>Quick Quiz</vt:lpstr>
      <vt:lpstr>Quick Quiz</vt:lpstr>
      <vt:lpstr>Quick Quiz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 Malik</dc:creator>
  <cp:lastModifiedBy>Ishan Malik</cp:lastModifiedBy>
  <cp:revision>1</cp:revision>
  <dcterms:created xsi:type="dcterms:W3CDTF">2026-09-21T09:56:51Z</dcterms:created>
  <dcterms:modified xsi:type="dcterms:W3CDTF">2026-10-18T10:03:45Z</dcterms:modified>
</cp:coreProperties>
</file>