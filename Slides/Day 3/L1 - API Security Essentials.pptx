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82" r:id="rId3"/>
    <p:sldId id="290" r:id="rId4"/>
    <p:sldId id="298" r:id="rId5"/>
    <p:sldId id="291" r:id="rId6"/>
    <p:sldId id="293" r:id="rId7"/>
    <p:sldId id="294" r:id="rId8"/>
    <p:sldId id="295" r:id="rId9"/>
    <p:sldId id="296" r:id="rId10"/>
    <p:sldId id="297" r:id="rId11"/>
    <p:sldId id="299" r:id="rId12"/>
    <p:sldId id="300" r:id="rId13"/>
    <p:sldId id="301" r:id="rId14"/>
    <p:sldId id="303" r:id="rId15"/>
    <p:sldId id="302" r:id="rId16"/>
    <p:sldId id="304" r:id="rId17"/>
    <p:sldId id="289" r:id="rId18"/>
    <p:sldId id="305" r:id="rId19"/>
    <p:sldId id="306" r:id="rId20"/>
    <p:sldId id="307" r:id="rId21"/>
    <p:sldId id="28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4B73A6-686A-40D9-8C3E-3A9BC2A1DED8}" v="157" dt="2026-10-17T17:29:33.9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Malik" userId="75bbfd951af34ddf" providerId="LiveId" clId="{72EBD0DD-2070-4E6C-9DD9-806D8E44FFC7}"/>
    <pc:docChg chg="undo custSel addSld delSld modSld sldOrd delMainMaster modMainMaster">
      <pc:chgData name="Ishan Malik" userId="75bbfd951af34ddf" providerId="LiveId" clId="{72EBD0DD-2070-4E6C-9DD9-806D8E44FFC7}" dt="2026-10-17T17:29:33.906" v="1875" actId="20577"/>
      <pc:docMkLst>
        <pc:docMk/>
      </pc:docMkLst>
      <pc:sldChg chg="modSp new mod">
        <pc:chgData name="Ishan Malik" userId="75bbfd951af34ddf" providerId="LiveId" clId="{72EBD0DD-2070-4E6C-9DD9-806D8E44FFC7}" dt="2026-10-17T14:14:00.701" v="1386" actId="20577"/>
        <pc:sldMkLst>
          <pc:docMk/>
          <pc:sldMk cId="750024370" sldId="256"/>
        </pc:sldMkLst>
        <pc:spChg chg="mod">
          <ac:chgData name="Ishan Malik" userId="75bbfd951af34ddf" providerId="LiveId" clId="{72EBD0DD-2070-4E6C-9DD9-806D8E44FFC7}" dt="2026-10-17T14:14:00.701" v="1386" actId="20577"/>
          <ac:spMkLst>
            <pc:docMk/>
            <pc:sldMk cId="750024370" sldId="256"/>
            <ac:spMk id="2" creationId="{D46A0EEF-DD89-DC64-D8DD-D71BC18C1298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750024370" sldId="256"/>
            <ac:spMk id="3" creationId="{27706239-3D08-7827-C9F5-6B5D595662FE}"/>
          </ac:spMkLst>
        </pc:spChg>
      </pc:sldChg>
      <pc:sldChg chg="modSp new del mod ord setBg modAnim">
        <pc:chgData name="Ishan Malik" userId="75bbfd951af34ddf" providerId="LiveId" clId="{72EBD0DD-2070-4E6C-9DD9-806D8E44FFC7}" dt="2026-10-16T12:53:47.763" v="1032" actId="47"/>
        <pc:sldMkLst>
          <pc:docMk/>
          <pc:sldMk cId="3328909945" sldId="257"/>
        </pc:sldMkLst>
      </pc:sldChg>
      <pc:sldChg chg="addSp delSp modSp new del mod ord">
        <pc:chgData name="Ishan Malik" userId="75bbfd951af34ddf" providerId="LiveId" clId="{72EBD0DD-2070-4E6C-9DD9-806D8E44FFC7}" dt="2026-10-16T12:53:47.763" v="1032" actId="47"/>
        <pc:sldMkLst>
          <pc:docMk/>
          <pc:sldMk cId="276369482" sldId="258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1589194582" sldId="259"/>
        </pc:sldMkLst>
      </pc:sldChg>
      <pc:sldChg chg="addSp delSp modSp add del mod ord">
        <pc:chgData name="Ishan Malik" userId="75bbfd951af34ddf" providerId="LiveId" clId="{72EBD0DD-2070-4E6C-9DD9-806D8E44FFC7}" dt="2026-10-16T12:53:47.763" v="1032" actId="47"/>
        <pc:sldMkLst>
          <pc:docMk/>
          <pc:sldMk cId="4055161058" sldId="260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2068444819" sldId="261"/>
        </pc:sldMkLst>
      </pc:sldChg>
      <pc:sldChg chg="addSp delSp modSp add del mod ord">
        <pc:chgData name="Ishan Malik" userId="75bbfd951af34ddf" providerId="LiveId" clId="{72EBD0DD-2070-4E6C-9DD9-806D8E44FFC7}" dt="2026-10-16T12:53:47.763" v="1032" actId="47"/>
        <pc:sldMkLst>
          <pc:docMk/>
          <pc:sldMk cId="1464997959" sldId="262"/>
        </pc:sldMkLst>
      </pc:sldChg>
      <pc:sldChg chg="addSp delSp modSp add del mod">
        <pc:chgData name="Ishan Malik" userId="75bbfd951af34ddf" providerId="LiveId" clId="{72EBD0DD-2070-4E6C-9DD9-806D8E44FFC7}" dt="2026-10-16T12:53:47.763" v="1032" actId="47"/>
        <pc:sldMkLst>
          <pc:docMk/>
          <pc:sldMk cId="2891934033" sldId="263"/>
        </pc:sldMkLst>
      </pc:sldChg>
      <pc:sldChg chg="modSp new del mod ord modAnim">
        <pc:chgData name="Ishan Malik" userId="75bbfd951af34ddf" providerId="LiveId" clId="{72EBD0DD-2070-4E6C-9DD9-806D8E44FFC7}" dt="2026-10-16T12:53:47.763" v="1032" actId="47"/>
        <pc:sldMkLst>
          <pc:docMk/>
          <pc:sldMk cId="1456556091" sldId="264"/>
        </pc:sldMkLst>
      </pc:sldChg>
      <pc:sldChg chg="modSp add del mod ord">
        <pc:chgData name="Ishan Malik" userId="75bbfd951af34ddf" providerId="LiveId" clId="{72EBD0DD-2070-4E6C-9DD9-806D8E44FFC7}" dt="2026-10-16T12:53:47.763" v="1032" actId="47"/>
        <pc:sldMkLst>
          <pc:docMk/>
          <pc:sldMk cId="4145122847" sldId="265"/>
        </pc:sldMkLst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274447625" sldId="266"/>
        </pc:sldMkLst>
      </pc:sldChg>
      <pc:sldChg chg="addSp modSp new del mod modAnim">
        <pc:chgData name="Ishan Malik" userId="75bbfd951af34ddf" providerId="LiveId" clId="{72EBD0DD-2070-4E6C-9DD9-806D8E44FFC7}" dt="2026-10-16T10:55:46.185" v="611" actId="47"/>
        <pc:sldMkLst>
          <pc:docMk/>
          <pc:sldMk cId="1872426190" sldId="267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667251525" sldId="268"/>
        </pc:sldMkLst>
      </pc:sldChg>
      <pc:sldChg chg="addSp delSp modSp new del mod">
        <pc:chgData name="Ishan Malik" userId="75bbfd951af34ddf" providerId="LiveId" clId="{72EBD0DD-2070-4E6C-9DD9-806D8E44FFC7}" dt="2026-10-16T10:55:46.185" v="611" actId="47"/>
        <pc:sldMkLst>
          <pc:docMk/>
          <pc:sldMk cId="1248151220" sldId="268"/>
        </pc:sldMkLst>
      </pc:sldChg>
      <pc:sldChg chg="addSp delSp modSp new del mod ord setBg modAnim">
        <pc:chgData name="Ishan Malik" userId="75bbfd951af34ddf" providerId="LiveId" clId="{72EBD0DD-2070-4E6C-9DD9-806D8E44FFC7}" dt="2026-10-16T12:53:47.763" v="1032" actId="47"/>
        <pc:sldMkLst>
          <pc:docMk/>
          <pc:sldMk cId="143988488" sldId="269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2143664787" sldId="270"/>
        </pc:sldMkLst>
        <pc:spChg chg="mod">
          <ac:chgData name="Ishan Malik" userId="75bbfd951af34ddf" providerId="LiveId" clId="{72EBD0DD-2070-4E6C-9DD9-806D8E44FFC7}" dt="2026-10-16T11:13:31.324" v="613"/>
          <ac:spMkLst>
            <pc:docMk/>
            <pc:sldMk cId="2143664787" sldId="270"/>
            <ac:spMk id="2" creationId="{7214CD31-6AED-2209-D610-E13AB7A61290}"/>
          </ac:spMkLst>
        </pc:spChg>
        <pc:spChg chg="mod">
          <ac:chgData name="Ishan Malik" userId="75bbfd951af34ddf" providerId="LiveId" clId="{72EBD0DD-2070-4E6C-9DD9-806D8E44FFC7}" dt="2026-10-16T11:13:38.085" v="618" actId="20577"/>
          <ac:spMkLst>
            <pc:docMk/>
            <pc:sldMk cId="2143664787" sldId="270"/>
            <ac:spMk id="3" creationId="{E4B6D178-A55D-C898-FCEA-4E41D7E167D8}"/>
          </ac:spMkLst>
        </pc:spChg>
      </pc:sldChg>
      <pc:sldChg chg="modSp add del mod ord modAnim">
        <pc:chgData name="Ishan Malik" userId="75bbfd951af34ddf" providerId="LiveId" clId="{72EBD0DD-2070-4E6C-9DD9-806D8E44FFC7}" dt="2026-10-16T10:55:46.185" v="611" actId="47"/>
        <pc:sldMkLst>
          <pc:docMk/>
          <pc:sldMk cId="3980734832" sldId="270"/>
        </pc:sldMkLst>
      </pc:sldChg>
      <pc:sldChg chg="modSp add del mod modAnim">
        <pc:chgData name="Ishan Malik" userId="75bbfd951af34ddf" providerId="LiveId" clId="{72EBD0DD-2070-4E6C-9DD9-806D8E44FFC7}" dt="2026-10-16T10:55:46.185" v="611" actId="47"/>
        <pc:sldMkLst>
          <pc:docMk/>
          <pc:sldMk cId="2262532472" sldId="271"/>
        </pc:sldMkLst>
      </pc:sldChg>
      <pc:sldChg chg="add del ord">
        <pc:chgData name="Ishan Malik" userId="75bbfd951af34ddf" providerId="LiveId" clId="{72EBD0DD-2070-4E6C-9DD9-806D8E44FFC7}" dt="2026-10-16T14:06:47.486" v="1133" actId="47"/>
        <pc:sldMkLst>
          <pc:docMk/>
          <pc:sldMk cId="3419245707" sldId="271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4214231092" sldId="271"/>
        </pc:sldMkLst>
        <pc:spChg chg="mod">
          <ac:chgData name="Ishan Malik" userId="75bbfd951af34ddf" providerId="LiveId" clId="{72EBD0DD-2070-4E6C-9DD9-806D8E44FFC7}" dt="2026-10-16T11:37:06.699" v="709" actId="20577"/>
          <ac:spMkLst>
            <pc:docMk/>
            <pc:sldMk cId="4214231092" sldId="271"/>
            <ac:spMk id="2" creationId="{A6F2CBEA-2ED9-C6AB-935C-6D62F6882D2A}"/>
          </ac:spMkLst>
        </pc:spChg>
        <pc:spChg chg="add del mod">
          <ac:chgData name="Ishan Malik" userId="75bbfd951af34ddf" providerId="LiveId" clId="{72EBD0DD-2070-4E6C-9DD9-806D8E44FFC7}" dt="2026-10-16T11:31:14.435" v="673"/>
          <ac:spMkLst>
            <pc:docMk/>
            <pc:sldMk cId="4214231092" sldId="271"/>
            <ac:spMk id="3" creationId="{5A40D840-127D-3269-45E9-6E7671FEAB59}"/>
          </ac:spMkLst>
        </pc:spChg>
        <pc:spChg chg="add del mod">
          <ac:chgData name="Ishan Malik" userId="75bbfd951af34ddf" providerId="LiveId" clId="{72EBD0DD-2070-4E6C-9DD9-806D8E44FFC7}" dt="2026-10-16T11:15:36.724" v="643" actId="478"/>
          <ac:spMkLst>
            <pc:docMk/>
            <pc:sldMk cId="4214231092" sldId="271"/>
            <ac:spMk id="6" creationId="{C7A1CFB5-4F1B-4924-893C-1B924DB9E057}"/>
          </ac:spMkLst>
        </pc:spChg>
        <pc:spChg chg="add mod">
          <ac:chgData name="Ishan Malik" userId="75bbfd951af34ddf" providerId="LiveId" clId="{72EBD0DD-2070-4E6C-9DD9-806D8E44FFC7}" dt="2026-10-16T11:34:11.411" v="707" actId="20577"/>
          <ac:spMkLst>
            <pc:docMk/>
            <pc:sldMk cId="4214231092" sldId="271"/>
            <ac:spMk id="10" creationId="{A380734E-1FA0-2743-F02F-68248FD64ABC}"/>
          </ac:spMkLst>
        </pc:spChg>
        <pc:graphicFrameChg chg="add mod">
          <ac:chgData name="Ishan Malik" userId="75bbfd951af34ddf" providerId="LiveId" clId="{72EBD0DD-2070-4E6C-9DD9-806D8E44FFC7}" dt="2026-10-16T11:15:21.972" v="638"/>
          <ac:graphicFrameMkLst>
            <pc:docMk/>
            <pc:sldMk cId="4214231092" sldId="271"/>
            <ac:graphicFrameMk id="4" creationId="{335D0ABA-5C42-EC9A-1A18-835A6F73F655}"/>
          </ac:graphicFrameMkLst>
        </pc:graphicFrameChg>
        <pc:graphicFrameChg chg="add del mod modGraphic">
          <ac:chgData name="Ishan Malik" userId="75bbfd951af34ddf" providerId="LiveId" clId="{72EBD0DD-2070-4E6C-9DD9-806D8E44FFC7}" dt="2026-10-16T11:31:55.329" v="675" actId="478"/>
          <ac:graphicFrameMkLst>
            <pc:docMk/>
            <pc:sldMk cId="4214231092" sldId="271"/>
            <ac:graphicFrameMk id="7" creationId="{1BD6AD8F-03B2-138D-52B5-4B91A7943AC1}"/>
          </ac:graphicFrameMkLst>
        </pc:graphicFrameChg>
        <pc:graphicFrameChg chg="add mod modGraphic">
          <ac:chgData name="Ishan Malik" userId="75bbfd951af34ddf" providerId="LiveId" clId="{72EBD0DD-2070-4E6C-9DD9-806D8E44FFC7}" dt="2026-10-16T11:32:56.061" v="691" actId="1076"/>
          <ac:graphicFrameMkLst>
            <pc:docMk/>
            <pc:sldMk cId="4214231092" sldId="271"/>
            <ac:graphicFrameMk id="8" creationId="{B1793CA8-46DF-BD6D-EA3A-27680A42C492}"/>
          </ac:graphicFrameMkLst>
        </pc:graphicFrameChg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690752612" sldId="272"/>
        </pc:sldMkLst>
        <pc:spChg chg="mod">
          <ac:chgData name="Ishan Malik" userId="75bbfd951af34ddf" providerId="LiveId" clId="{72EBD0DD-2070-4E6C-9DD9-806D8E44FFC7}" dt="2026-10-16T11:37:31.926" v="719" actId="20577"/>
          <ac:spMkLst>
            <pc:docMk/>
            <pc:sldMk cId="690752612" sldId="272"/>
            <ac:spMk id="2" creationId="{F62ED3B3-F9B4-86AE-6E01-087D9D5EAAD8}"/>
          </ac:spMkLst>
        </pc:spChg>
        <pc:spChg chg="mod">
          <ac:chgData name="Ishan Malik" userId="75bbfd951af34ddf" providerId="LiveId" clId="{72EBD0DD-2070-4E6C-9DD9-806D8E44FFC7}" dt="2026-10-16T11:43:11.448" v="765"/>
          <ac:spMkLst>
            <pc:docMk/>
            <pc:sldMk cId="690752612" sldId="272"/>
            <ac:spMk id="3" creationId="{BAF37C19-5045-058F-6EEE-81D421F7E4E1}"/>
          </ac:spMkLst>
        </pc:spChg>
        <pc:spChg chg="add del mod">
          <ac:chgData name="Ishan Malik" userId="75bbfd951af34ddf" providerId="LiveId" clId="{72EBD0DD-2070-4E6C-9DD9-806D8E44FFC7}" dt="2026-10-16T11:44:11.503" v="769" actId="478"/>
          <ac:spMkLst>
            <pc:docMk/>
            <pc:sldMk cId="690752612" sldId="272"/>
            <ac:spMk id="5" creationId="{0D1C75B4-A4AD-801E-AB11-3BCF20D50B21}"/>
          </ac:spMkLst>
        </pc:spChg>
        <pc:spChg chg="add mod">
          <ac:chgData name="Ishan Malik" userId="75bbfd951af34ddf" providerId="LiveId" clId="{72EBD0DD-2070-4E6C-9DD9-806D8E44FFC7}" dt="2026-10-16T11:49:53.520" v="778" actId="6549"/>
          <ac:spMkLst>
            <pc:docMk/>
            <pc:sldMk cId="690752612" sldId="272"/>
            <ac:spMk id="6" creationId="{1A789292-06D8-CF87-1E23-49493BDA6491}"/>
          </ac:spMkLst>
        </pc:spChg>
        <pc:graphicFrameChg chg="add mod modGraphic">
          <ac:chgData name="Ishan Malik" userId="75bbfd951af34ddf" providerId="LiveId" clId="{72EBD0DD-2070-4E6C-9DD9-806D8E44FFC7}" dt="2026-10-16T11:44:51.494" v="774" actId="14100"/>
          <ac:graphicFrameMkLst>
            <pc:docMk/>
            <pc:sldMk cId="690752612" sldId="272"/>
            <ac:graphicFrameMk id="4" creationId="{C0E26319-E2E7-36AD-3D60-37A809D5F7B7}"/>
          </ac:graphicFrameMkLst>
        </pc:graphicFrameChg>
      </pc:sldChg>
      <pc:sldChg chg="addSp delSp modSp add del mod">
        <pc:chgData name="Ishan Malik" userId="75bbfd951af34ddf" providerId="LiveId" clId="{72EBD0DD-2070-4E6C-9DD9-806D8E44FFC7}" dt="2026-10-16T10:55:46.185" v="611" actId="47"/>
        <pc:sldMkLst>
          <pc:docMk/>
          <pc:sldMk cId="3702303451" sldId="272"/>
        </pc:sldMkLst>
      </pc:sldChg>
      <pc:sldChg chg="modSp new del mod">
        <pc:chgData name="Ishan Malik" userId="75bbfd951af34ddf" providerId="LiveId" clId="{72EBD0DD-2070-4E6C-9DD9-806D8E44FFC7}" dt="2026-10-16T10:55:13.891" v="610" actId="47"/>
        <pc:sldMkLst>
          <pc:docMk/>
          <pc:sldMk cId="1394337457" sldId="273"/>
        </pc:sldMkLst>
      </pc:sldChg>
      <pc:sldChg chg="addSp delSp modSp new del mod delAnim modAnim">
        <pc:chgData name="Ishan Malik" userId="75bbfd951af34ddf" providerId="LiveId" clId="{72EBD0DD-2070-4E6C-9DD9-806D8E44FFC7}" dt="2026-10-16T12:53:47.763" v="1032" actId="47"/>
        <pc:sldMkLst>
          <pc:docMk/>
          <pc:sldMk cId="1752313700" sldId="273"/>
        </pc:sldMkLst>
        <pc:spChg chg="del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2" creationId="{96F0FD57-CDF6-A2D5-962C-42952ECD38F9}"/>
          </ac:spMkLst>
        </pc:spChg>
        <pc:spChg chg="del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3" creationId="{864166A3-8AFE-0D80-A9D8-4C58EC73A08E}"/>
          </ac:spMkLst>
        </pc:spChg>
        <pc:spChg chg="add del mod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4" creationId="{2CEFA6A8-F1F5-6F0D-8EDF-38499523B2C3}"/>
          </ac:spMkLst>
        </pc:spChg>
        <pc:spChg chg="add del mod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5" creationId="{3C74F469-4AF1-2A54-52C4-E6A5C26E4144}"/>
          </ac:spMkLst>
        </pc:spChg>
        <pc:spChg chg="add mod">
          <ac:chgData name="Ishan Malik" userId="75bbfd951af34ddf" providerId="LiveId" clId="{72EBD0DD-2070-4E6C-9DD9-806D8E44FFC7}" dt="2026-10-16T11:52:20.822" v="782"/>
          <ac:spMkLst>
            <pc:docMk/>
            <pc:sldMk cId="1752313700" sldId="273"/>
            <ac:spMk id="7" creationId="{F198FAF9-E7FF-AFB0-3C84-E34646DEB57B}"/>
          </ac:spMkLst>
        </pc:spChg>
        <pc:spChg chg="add mod">
          <ac:chgData name="Ishan Malik" userId="75bbfd951af34ddf" providerId="LiveId" clId="{72EBD0DD-2070-4E6C-9DD9-806D8E44FFC7}" dt="2026-10-16T11:52:20.822" v="782"/>
          <ac:spMkLst>
            <pc:docMk/>
            <pc:sldMk cId="1752313700" sldId="273"/>
            <ac:spMk id="8" creationId="{7B28F696-99A0-2779-2C8E-96A12642703F}"/>
          </ac:spMkLst>
        </pc:spChg>
        <pc:graphicFrameChg chg="add del mod">
          <ac:chgData name="Ishan Malik" userId="75bbfd951af34ddf" providerId="LiveId" clId="{72EBD0DD-2070-4E6C-9DD9-806D8E44FFC7}" dt="2026-10-16T11:52:20.008" v="781" actId="478"/>
          <ac:graphicFrameMkLst>
            <pc:docMk/>
            <pc:sldMk cId="1752313700" sldId="273"/>
            <ac:graphicFrameMk id="6" creationId="{6ED5A742-C7CA-519F-A13F-9AA34346B7F2}"/>
          </ac:graphicFrameMkLst>
        </pc:graphicFrameChg>
        <pc:graphicFrameChg chg="add mod modGraphic">
          <ac:chgData name="Ishan Malik" userId="75bbfd951af34ddf" providerId="LiveId" clId="{72EBD0DD-2070-4E6C-9DD9-806D8E44FFC7}" dt="2026-10-16T11:52:31.112" v="783" actId="12385"/>
          <ac:graphicFrameMkLst>
            <pc:docMk/>
            <pc:sldMk cId="1752313700" sldId="273"/>
            <ac:graphicFrameMk id="9" creationId="{0A2979EF-51BC-47FD-8032-9A74F3C01162}"/>
          </ac:graphicFrameMkLst>
        </pc:graphicFrameChg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3004590571" sldId="273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67236008" sldId="274"/>
        </pc:sldMkLst>
        <pc:spChg chg="del">
          <ac:chgData name="Ishan Malik" userId="75bbfd951af34ddf" providerId="LiveId" clId="{72EBD0DD-2070-4E6C-9DD9-806D8E44FFC7}" dt="2026-10-16T11:53:11.454" v="785" actId="478"/>
          <ac:spMkLst>
            <pc:docMk/>
            <pc:sldMk cId="67236008" sldId="274"/>
            <ac:spMk id="2" creationId="{5B2F5C2E-4510-8A71-BB14-8166E25FAAC4}"/>
          </ac:spMkLst>
        </pc:spChg>
        <pc:spChg chg="del">
          <ac:chgData name="Ishan Malik" userId="75bbfd951af34ddf" providerId="LiveId" clId="{72EBD0DD-2070-4E6C-9DD9-806D8E44FFC7}" dt="2026-10-16T11:53:11.454" v="785" actId="478"/>
          <ac:spMkLst>
            <pc:docMk/>
            <pc:sldMk cId="67236008" sldId="274"/>
            <ac:spMk id="3" creationId="{48180530-292A-92E8-A5E8-893F6B838B3F}"/>
          </ac:spMkLst>
        </pc:spChg>
        <pc:spChg chg="add mod">
          <ac:chgData name="Ishan Malik" userId="75bbfd951af34ddf" providerId="LiveId" clId="{72EBD0DD-2070-4E6C-9DD9-806D8E44FFC7}" dt="2026-10-16T11:53:12.199" v="786"/>
          <ac:spMkLst>
            <pc:docMk/>
            <pc:sldMk cId="67236008" sldId="274"/>
            <ac:spMk id="4" creationId="{7DC74378-5DC9-08F6-8C60-3A4641BE2D03}"/>
          </ac:spMkLst>
        </pc:spChg>
        <pc:spChg chg="add mod">
          <ac:chgData name="Ishan Malik" userId="75bbfd951af34ddf" providerId="LiveId" clId="{72EBD0DD-2070-4E6C-9DD9-806D8E44FFC7}" dt="2026-10-16T11:53:12.199" v="786"/>
          <ac:spMkLst>
            <pc:docMk/>
            <pc:sldMk cId="67236008" sldId="274"/>
            <ac:spMk id="5" creationId="{6CB58DFE-1DD1-872E-0E4C-EF3FF7187F69}"/>
          </ac:spMkLst>
        </pc:spChg>
        <pc:graphicFrameChg chg="add mod modGraphic">
          <ac:chgData name="Ishan Malik" userId="75bbfd951af34ddf" providerId="LiveId" clId="{72EBD0DD-2070-4E6C-9DD9-806D8E44FFC7}" dt="2026-10-16T11:53:32.160" v="787" actId="12385"/>
          <ac:graphicFrameMkLst>
            <pc:docMk/>
            <pc:sldMk cId="67236008" sldId="274"/>
            <ac:graphicFrameMk id="6" creationId="{2D3F36B1-2582-2D49-2665-D8660280F441}"/>
          </ac:graphicFrameMkLst>
        </pc:graphicFrameChg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2354652943" sldId="275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3940422643" sldId="275"/>
        </pc:sldMkLst>
        <pc:spChg chg="del">
          <ac:chgData name="Ishan Malik" userId="75bbfd951af34ddf" providerId="LiveId" clId="{72EBD0DD-2070-4E6C-9DD9-806D8E44FFC7}" dt="2026-10-16T11:54:04.598" v="789" actId="478"/>
          <ac:spMkLst>
            <pc:docMk/>
            <pc:sldMk cId="3940422643" sldId="275"/>
            <ac:spMk id="2" creationId="{043911CB-D802-651A-EA77-6D28A502818A}"/>
          </ac:spMkLst>
        </pc:spChg>
        <pc:spChg chg="del">
          <ac:chgData name="Ishan Malik" userId="75bbfd951af34ddf" providerId="LiveId" clId="{72EBD0DD-2070-4E6C-9DD9-806D8E44FFC7}" dt="2026-10-16T11:54:04.598" v="789" actId="478"/>
          <ac:spMkLst>
            <pc:docMk/>
            <pc:sldMk cId="3940422643" sldId="275"/>
            <ac:spMk id="3" creationId="{2EA3EDC2-8FD2-BB0A-2920-D080529319D7}"/>
          </ac:spMkLst>
        </pc:spChg>
        <pc:spChg chg="add mod">
          <ac:chgData name="Ishan Malik" userId="75bbfd951af34ddf" providerId="LiveId" clId="{72EBD0DD-2070-4E6C-9DD9-806D8E44FFC7}" dt="2026-10-16T11:54:05.336" v="790"/>
          <ac:spMkLst>
            <pc:docMk/>
            <pc:sldMk cId="3940422643" sldId="275"/>
            <ac:spMk id="4" creationId="{623245A4-77A8-850F-1FD8-A4CC8637FBB4}"/>
          </ac:spMkLst>
        </pc:spChg>
        <pc:spChg chg="add mod">
          <ac:chgData name="Ishan Malik" userId="75bbfd951af34ddf" providerId="LiveId" clId="{72EBD0DD-2070-4E6C-9DD9-806D8E44FFC7}" dt="2026-10-16T11:54:05.336" v="790"/>
          <ac:spMkLst>
            <pc:docMk/>
            <pc:sldMk cId="3940422643" sldId="275"/>
            <ac:spMk id="5" creationId="{230C0267-7689-D2EA-3021-71037E33ED86}"/>
          </ac:spMkLst>
        </pc:spChg>
        <pc:graphicFrameChg chg="add mod modGraphic">
          <ac:chgData name="Ishan Malik" userId="75bbfd951af34ddf" providerId="LiveId" clId="{72EBD0DD-2070-4E6C-9DD9-806D8E44FFC7}" dt="2026-10-16T11:54:15.696" v="791" actId="12385"/>
          <ac:graphicFrameMkLst>
            <pc:docMk/>
            <pc:sldMk cId="3940422643" sldId="275"/>
            <ac:graphicFrameMk id="6" creationId="{79AFC3FC-AFA9-36EA-4607-C88ADD36F921}"/>
          </ac:graphicFrameMkLst>
        </pc:graphicFrameChg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3995226230" sldId="276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2202625963" sldId="277"/>
        </pc:sldMkLst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1166344116" sldId="278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2654771116" sldId="278"/>
        </pc:sldMkLst>
      </pc:sldChg>
      <pc:sldChg chg="modSp new del mod addAnim delAnim modAnim">
        <pc:chgData name="Ishan Malik" userId="75bbfd951af34ddf" providerId="LiveId" clId="{72EBD0DD-2070-4E6C-9DD9-806D8E44FFC7}" dt="2026-10-16T12:53:47.763" v="1032" actId="47"/>
        <pc:sldMkLst>
          <pc:docMk/>
          <pc:sldMk cId="2902720412" sldId="279"/>
        </pc:sldMkLst>
        <pc:spChg chg="mod">
          <ac:chgData name="Ishan Malik" userId="75bbfd951af34ddf" providerId="LiveId" clId="{72EBD0DD-2070-4E6C-9DD9-806D8E44FFC7}" dt="2026-10-16T11:59:27.188" v="800"/>
          <ac:spMkLst>
            <pc:docMk/>
            <pc:sldMk cId="2902720412" sldId="279"/>
            <ac:spMk id="2" creationId="{E787F77C-81B8-E21A-0C58-64E2D75392B6}"/>
          </ac:spMkLst>
        </pc:spChg>
        <pc:spChg chg="mod">
          <ac:chgData name="Ishan Malik" userId="75bbfd951af34ddf" providerId="LiveId" clId="{72EBD0DD-2070-4E6C-9DD9-806D8E44FFC7}" dt="2026-10-16T12:03:50.431" v="825"/>
          <ac:spMkLst>
            <pc:docMk/>
            <pc:sldMk cId="2902720412" sldId="279"/>
            <ac:spMk id="3" creationId="{C5F42808-D605-4C4F-1D5A-102759A3330A}"/>
          </ac:spMkLst>
        </pc:spChg>
      </pc:sldChg>
      <pc:sldChg chg="modSp add del mod modAnim">
        <pc:chgData name="Ishan Malik" userId="75bbfd951af34ddf" providerId="LiveId" clId="{72EBD0DD-2070-4E6C-9DD9-806D8E44FFC7}" dt="2026-10-16T14:06:47.486" v="1133" actId="47"/>
        <pc:sldMkLst>
          <pc:docMk/>
          <pc:sldMk cId="3825974804" sldId="279"/>
        </pc:sldMkLst>
        <pc:spChg chg="mod">
          <ac:chgData name="Ishan Malik" userId="75bbfd951af34ddf" providerId="LiveId" clId="{72EBD0DD-2070-4E6C-9DD9-806D8E44FFC7}" dt="2026-10-16T13:59:49.889" v="1111" actId="20577"/>
          <ac:spMkLst>
            <pc:docMk/>
            <pc:sldMk cId="3825974804" sldId="279"/>
            <ac:spMk id="7" creationId="{E942911A-11BF-4CB3-6A32-A82101C0B9F1}"/>
          </ac:spMkLst>
        </pc:spChg>
      </pc:sldChg>
      <pc:sldChg chg="addSp delSp modSp new del mod">
        <pc:chgData name="Ishan Malik" userId="75bbfd951af34ddf" providerId="LiveId" clId="{72EBD0DD-2070-4E6C-9DD9-806D8E44FFC7}" dt="2026-10-16T12:53:47.763" v="1032" actId="47"/>
        <pc:sldMkLst>
          <pc:docMk/>
          <pc:sldMk cId="1578791227" sldId="280"/>
        </pc:sldMkLst>
        <pc:spChg chg="del mod">
          <ac:chgData name="Ishan Malik" userId="75bbfd951af34ddf" providerId="LiveId" clId="{72EBD0DD-2070-4E6C-9DD9-806D8E44FFC7}" dt="2026-10-16T12:10:20.347" v="845" actId="478"/>
          <ac:spMkLst>
            <pc:docMk/>
            <pc:sldMk cId="1578791227" sldId="280"/>
            <ac:spMk id="2" creationId="{715A6D95-886E-D964-E49B-D48EF23AE82B}"/>
          </ac:spMkLst>
        </pc:spChg>
        <pc:spChg chg="del mod">
          <ac:chgData name="Ishan Malik" userId="75bbfd951af34ddf" providerId="LiveId" clId="{72EBD0DD-2070-4E6C-9DD9-806D8E44FFC7}" dt="2026-10-16T12:10:20.347" v="845" actId="478"/>
          <ac:spMkLst>
            <pc:docMk/>
            <pc:sldMk cId="1578791227" sldId="280"/>
            <ac:spMk id="3" creationId="{97F16AD2-913A-5BCC-E847-E3CF9BF7AF8C}"/>
          </ac:spMkLst>
        </pc:spChg>
        <pc:spChg chg="add del">
          <ac:chgData name="Ishan Malik" userId="75bbfd951af34ddf" providerId="LiveId" clId="{72EBD0DD-2070-4E6C-9DD9-806D8E44FFC7}" dt="2026-10-16T12:05:06.777" v="838" actId="22"/>
          <ac:spMkLst>
            <pc:docMk/>
            <pc:sldMk cId="1578791227" sldId="280"/>
            <ac:spMk id="5" creationId="{027A3329-FFAD-7AB2-70A9-D8FF2B62D3A9}"/>
          </ac:spMkLst>
        </pc:spChg>
        <pc:spChg chg="add del">
          <ac:chgData name="Ishan Malik" userId="75bbfd951af34ddf" providerId="LiveId" clId="{72EBD0DD-2070-4E6C-9DD9-806D8E44FFC7}" dt="2026-10-16T12:05:35.990" v="844" actId="22"/>
          <ac:spMkLst>
            <pc:docMk/>
            <pc:sldMk cId="1578791227" sldId="280"/>
            <ac:spMk id="7" creationId="{0C43FC37-7321-A8CC-E3F1-E38696FDC323}"/>
          </ac:spMkLst>
        </pc:spChg>
        <pc:spChg chg="add del mod">
          <ac:chgData name="Ishan Malik" userId="75bbfd951af34ddf" providerId="LiveId" clId="{72EBD0DD-2070-4E6C-9DD9-806D8E44FFC7}" dt="2026-10-16T12:10:22.382" v="846" actId="478"/>
          <ac:spMkLst>
            <pc:docMk/>
            <pc:sldMk cId="1578791227" sldId="280"/>
            <ac:spMk id="9" creationId="{513F7F84-7D08-43EA-C597-9C13EC6BD681}"/>
          </ac:spMkLst>
        </pc:spChg>
        <pc:picChg chg="add">
          <ac:chgData name="Ishan Malik" userId="75bbfd951af34ddf" providerId="LiveId" clId="{72EBD0DD-2070-4E6C-9DD9-806D8E44FFC7}" dt="2026-10-16T12:10:23.189" v="847" actId="22"/>
          <ac:picMkLst>
            <pc:docMk/>
            <pc:sldMk cId="1578791227" sldId="280"/>
            <ac:picMk id="11" creationId="{CEE25D99-E561-77E1-7108-D5292D2277EE}"/>
          </ac:picMkLst>
        </pc:picChg>
      </pc:sldChg>
      <pc:sldChg chg="modSp add del">
        <pc:chgData name="Ishan Malik" userId="75bbfd951af34ddf" providerId="LiveId" clId="{72EBD0DD-2070-4E6C-9DD9-806D8E44FFC7}" dt="2026-10-16T14:06:47.486" v="1133" actId="47"/>
        <pc:sldMkLst>
          <pc:docMk/>
          <pc:sldMk cId="2475668265" sldId="280"/>
        </pc:sldMkLst>
        <pc:spChg chg="mod">
          <ac:chgData name="Ishan Malik" userId="75bbfd951af34ddf" providerId="LiveId" clId="{72EBD0DD-2070-4E6C-9DD9-806D8E44FFC7}" dt="2026-10-16T13:54:30.584" v="1083" actId="313"/>
          <ac:spMkLst>
            <pc:docMk/>
            <pc:sldMk cId="2475668265" sldId="280"/>
            <ac:spMk id="7" creationId="{FDAC2107-5E8A-E041-EE8C-E0E968DEE3DF}"/>
          </ac:spMkLst>
        </pc:spChg>
      </pc:sldChg>
      <pc:sldChg chg="addSp delSp modSp new mod ord modClrScheme chgLayout">
        <pc:chgData name="Ishan Malik" userId="75bbfd951af34ddf" providerId="LiveId" clId="{72EBD0DD-2070-4E6C-9DD9-806D8E44FFC7}" dt="2026-10-16T13:54:07.444" v="1082"/>
        <pc:sldMkLst>
          <pc:docMk/>
          <pc:sldMk cId="701013432" sldId="281"/>
        </pc:sldMkLst>
        <pc:spChg chg="del mod ord">
          <ac:chgData name="Ishan Malik" userId="75bbfd951af34ddf" providerId="LiveId" clId="{72EBD0DD-2070-4E6C-9DD9-806D8E44FFC7}" dt="2026-10-16T12:39:04.104" v="1021" actId="700"/>
          <ac:spMkLst>
            <pc:docMk/>
            <pc:sldMk cId="701013432" sldId="281"/>
            <ac:spMk id="2" creationId="{E08F3F99-FE98-E30D-9505-609ABD68B342}"/>
          </ac:spMkLst>
        </pc:spChg>
        <pc:spChg chg="del mod ord">
          <ac:chgData name="Ishan Malik" userId="75bbfd951af34ddf" providerId="LiveId" clId="{72EBD0DD-2070-4E6C-9DD9-806D8E44FFC7}" dt="2026-10-16T12:39:04.104" v="1021" actId="700"/>
          <ac:spMkLst>
            <pc:docMk/>
            <pc:sldMk cId="701013432" sldId="281"/>
            <ac:spMk id="3" creationId="{BB636E8B-2E1C-0A70-3397-B934A91C16D8}"/>
          </ac:spMkLst>
        </pc:spChg>
        <pc:spChg chg="add mod ord">
          <ac:chgData name="Ishan Malik" userId="75bbfd951af34ddf" providerId="LiveId" clId="{72EBD0DD-2070-4E6C-9DD9-806D8E44FFC7}" dt="2026-10-16T12:39:07.854" v="1024" actId="20577"/>
          <ac:spMkLst>
            <pc:docMk/>
            <pc:sldMk cId="701013432" sldId="281"/>
            <ac:spMk id="4" creationId="{56E6698C-308C-3EBE-9BA4-B6B425894670}"/>
          </ac:spMkLst>
        </pc:spChg>
        <pc:spChg chg="add mod ord">
          <ac:chgData name="Ishan Malik" userId="75bbfd951af34ddf" providerId="LiveId" clId="{72EBD0DD-2070-4E6C-9DD9-806D8E44FFC7}" dt="2026-10-16T12:39:11.933" v="1031" actId="20577"/>
          <ac:spMkLst>
            <pc:docMk/>
            <pc:sldMk cId="701013432" sldId="281"/>
            <ac:spMk id="5" creationId="{D651E0C5-B9CE-51B7-97B9-0376B021DFEF}"/>
          </ac:spMkLst>
        </pc:spChg>
      </pc:sldChg>
      <pc:sldChg chg="addSp delSp modSp new mod modAnim">
        <pc:chgData name="Ishan Malik" userId="75bbfd951af34ddf" providerId="LiveId" clId="{72EBD0DD-2070-4E6C-9DD9-806D8E44FFC7}" dt="2026-10-17T14:15:36.258" v="1399"/>
        <pc:sldMkLst>
          <pc:docMk/>
          <pc:sldMk cId="1600338391" sldId="282"/>
        </pc:sldMkLst>
        <pc:spChg chg="del mod">
          <ac:chgData name="Ishan Malik" userId="75bbfd951af34ddf" providerId="LiveId" clId="{72EBD0DD-2070-4E6C-9DD9-806D8E44FFC7}" dt="2026-10-16T14:38:50.827" v="1154" actId="478"/>
          <ac:spMkLst>
            <pc:docMk/>
            <pc:sldMk cId="1600338391" sldId="282"/>
            <ac:spMk id="2" creationId="{DD241D78-B681-5297-1379-4F8ABBC1F479}"/>
          </ac:spMkLst>
        </pc:spChg>
        <pc:spChg chg="del mod">
          <ac:chgData name="Ishan Malik" userId="75bbfd951af34ddf" providerId="LiveId" clId="{72EBD0DD-2070-4E6C-9DD9-806D8E44FFC7}" dt="2026-10-16T14:38:50.827" v="1154" actId="478"/>
          <ac:spMkLst>
            <pc:docMk/>
            <pc:sldMk cId="1600338391" sldId="282"/>
            <ac:spMk id="3" creationId="{EC555074-B97A-EE11-1E49-9020A1CF7224}"/>
          </ac:spMkLst>
        </pc:spChg>
        <pc:spChg chg="add mod">
          <ac:chgData name="Ishan Malik" userId="75bbfd951af34ddf" providerId="LiveId" clId="{72EBD0DD-2070-4E6C-9DD9-806D8E44FFC7}" dt="2026-10-17T14:14:45.855" v="1390" actId="20577"/>
          <ac:spMkLst>
            <pc:docMk/>
            <pc:sldMk cId="1600338391" sldId="282"/>
            <ac:spMk id="5" creationId="{670FD740-D0FF-B5D6-556D-2D5CD62C2D11}"/>
          </ac:spMkLst>
        </pc:spChg>
        <pc:spChg chg="add mod">
          <ac:chgData name="Ishan Malik" userId="75bbfd951af34ddf" providerId="LiveId" clId="{72EBD0DD-2070-4E6C-9DD9-806D8E44FFC7}" dt="2026-10-17T14:15:22.933" v="1397" actId="20577"/>
          <ac:spMkLst>
            <pc:docMk/>
            <pc:sldMk cId="1600338391" sldId="282"/>
            <ac:spMk id="7" creationId="{BBBEE7FA-95FB-F9CE-01F4-AD6C722DB358}"/>
          </ac:spMkLst>
        </pc:spChg>
      </pc:sldChg>
      <pc:sldChg chg="modSp add del mod ord modAnim">
        <pc:chgData name="Ishan Malik" userId="75bbfd951af34ddf" providerId="LiveId" clId="{72EBD0DD-2070-4E6C-9DD9-806D8E44FFC7}" dt="2026-10-16T12:53:47.763" v="1032" actId="47"/>
        <pc:sldMkLst>
          <pc:docMk/>
          <pc:sldMk cId="2760807178" sldId="282"/>
        </pc:sldMkLst>
        <pc:spChg chg="mod">
          <ac:chgData name="Ishan Malik" userId="75bbfd951af34ddf" providerId="LiveId" clId="{72EBD0DD-2070-4E6C-9DD9-806D8E44FFC7}" dt="2026-10-16T12:32:34.646" v="899" actId="5793"/>
          <ac:spMkLst>
            <pc:docMk/>
            <pc:sldMk cId="2760807178" sldId="282"/>
            <ac:spMk id="7" creationId="{EF70DD05-BB78-6DE6-E3C1-50420AF6E7CA}"/>
          </ac:spMkLst>
        </pc:spChg>
      </pc:sldChg>
      <pc:sldChg chg="modSp new del mod">
        <pc:chgData name="Ishan Malik" userId="75bbfd951af34ddf" providerId="LiveId" clId="{72EBD0DD-2070-4E6C-9DD9-806D8E44FFC7}" dt="2026-10-16T14:06:47.486" v="1133" actId="47"/>
        <pc:sldMkLst>
          <pc:docMk/>
          <pc:sldMk cId="2345897597" sldId="283"/>
        </pc:sldMkLst>
        <pc:spChg chg="mod">
          <ac:chgData name="Ishan Malik" userId="75bbfd951af34ddf" providerId="LiveId" clId="{72EBD0DD-2070-4E6C-9DD9-806D8E44FFC7}" dt="2026-10-16T12:56:56.286" v="1057"/>
          <ac:spMkLst>
            <pc:docMk/>
            <pc:sldMk cId="2345897597" sldId="283"/>
            <ac:spMk id="2" creationId="{10F351B3-B9E4-33B5-FC82-F8BEC766FE9E}"/>
          </ac:spMkLst>
        </pc:spChg>
        <pc:spChg chg="mod">
          <ac:chgData name="Ishan Malik" userId="75bbfd951af34ddf" providerId="LiveId" clId="{72EBD0DD-2070-4E6C-9DD9-806D8E44FFC7}" dt="2026-10-16T12:57:07.268" v="1060" actId="20577"/>
          <ac:spMkLst>
            <pc:docMk/>
            <pc:sldMk cId="2345897597" sldId="283"/>
            <ac:spMk id="3" creationId="{220C6945-50B5-AD24-BA8A-DCDB2BF1163F}"/>
          </ac:spMkLst>
        </pc:spChg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2499653622" sldId="283"/>
        </pc:sldMkLst>
        <pc:spChg chg="mod">
          <ac:chgData name="Ishan Malik" userId="75bbfd951af34ddf" providerId="LiveId" clId="{72EBD0DD-2070-4E6C-9DD9-806D8E44FFC7}" dt="2026-10-16T12:35:54.472" v="976" actId="20577"/>
          <ac:spMkLst>
            <pc:docMk/>
            <pc:sldMk cId="2499653622" sldId="283"/>
            <ac:spMk id="7" creationId="{98716BF6-807D-9169-4485-7D96C1DE2F5E}"/>
          </ac:spMkLst>
        </pc:spChg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834533051" sldId="284"/>
        </pc:sldMkLst>
        <pc:spChg chg="mod">
          <ac:chgData name="Ishan Malik" userId="75bbfd951af34ddf" providerId="LiveId" clId="{72EBD0DD-2070-4E6C-9DD9-806D8E44FFC7}" dt="2026-10-16T12:38:51.858" v="1020" actId="20577"/>
          <ac:spMkLst>
            <pc:docMk/>
            <pc:sldMk cId="834533051" sldId="284"/>
            <ac:spMk id="7" creationId="{412BFBDB-9302-B879-049A-24882391314C}"/>
          </ac:spMkLst>
        </pc:spChg>
      </pc:sldChg>
      <pc:sldChg chg="addSp delSp new del mod ord">
        <pc:chgData name="Ishan Malik" userId="75bbfd951af34ddf" providerId="LiveId" clId="{72EBD0DD-2070-4E6C-9DD9-806D8E44FFC7}" dt="2026-10-16T14:06:47.486" v="1133" actId="47"/>
        <pc:sldMkLst>
          <pc:docMk/>
          <pc:sldMk cId="1560119285" sldId="284"/>
        </pc:sldMkLst>
        <pc:spChg chg="del">
          <ac:chgData name="Ishan Malik" userId="75bbfd951af34ddf" providerId="LiveId" clId="{72EBD0DD-2070-4E6C-9DD9-806D8E44FFC7}" dt="2026-10-16T13:02:11.925" v="1062" actId="478"/>
          <ac:spMkLst>
            <pc:docMk/>
            <pc:sldMk cId="1560119285" sldId="284"/>
            <ac:spMk id="2" creationId="{B3533D23-F895-3BEB-DF33-E841749FDCF0}"/>
          </ac:spMkLst>
        </pc:spChg>
        <pc:spChg chg="del">
          <ac:chgData name="Ishan Malik" userId="75bbfd951af34ddf" providerId="LiveId" clId="{72EBD0DD-2070-4E6C-9DD9-806D8E44FFC7}" dt="2026-10-16T13:02:11.925" v="1062" actId="478"/>
          <ac:spMkLst>
            <pc:docMk/>
            <pc:sldMk cId="1560119285" sldId="284"/>
            <ac:spMk id="3" creationId="{71B78E5E-A4D3-4349-42CF-49C9DE9EEFA4}"/>
          </ac:spMkLst>
        </pc:spChg>
        <pc:picChg chg="add">
          <ac:chgData name="Ishan Malik" userId="75bbfd951af34ddf" providerId="LiveId" clId="{72EBD0DD-2070-4E6C-9DD9-806D8E44FFC7}" dt="2026-10-16T13:02:12.663" v="1063" actId="22"/>
          <ac:picMkLst>
            <pc:docMk/>
            <pc:sldMk cId="1560119285" sldId="284"/>
            <ac:picMk id="5" creationId="{B7D4E983-A4AA-A71F-36D9-A35B1D8CBD42}"/>
          </ac:picMkLst>
        </pc:picChg>
      </pc:sldChg>
      <pc:sldChg chg="addSp delSp new del mod">
        <pc:chgData name="Ishan Malik" userId="75bbfd951af34ddf" providerId="LiveId" clId="{72EBD0DD-2070-4E6C-9DD9-806D8E44FFC7}" dt="2026-10-16T14:06:47.486" v="1133" actId="47"/>
        <pc:sldMkLst>
          <pc:docMk/>
          <pc:sldMk cId="3647402137" sldId="285"/>
        </pc:sldMkLst>
        <pc:spChg chg="del">
          <ac:chgData name="Ishan Malik" userId="75bbfd951af34ddf" providerId="LiveId" clId="{72EBD0DD-2070-4E6C-9DD9-806D8E44FFC7}" dt="2026-10-16T13:02:18.446" v="1065" actId="478"/>
          <ac:spMkLst>
            <pc:docMk/>
            <pc:sldMk cId="3647402137" sldId="285"/>
            <ac:spMk id="2" creationId="{749529CB-5C47-E2E3-1E11-BD40FA1E908E}"/>
          </ac:spMkLst>
        </pc:spChg>
        <pc:spChg chg="del">
          <ac:chgData name="Ishan Malik" userId="75bbfd951af34ddf" providerId="LiveId" clId="{72EBD0DD-2070-4E6C-9DD9-806D8E44FFC7}" dt="2026-10-16T13:02:18.446" v="1065" actId="478"/>
          <ac:spMkLst>
            <pc:docMk/>
            <pc:sldMk cId="3647402137" sldId="285"/>
            <ac:spMk id="3" creationId="{59EAC0F3-1252-E882-C717-5B3212ECC433}"/>
          </ac:spMkLst>
        </pc:spChg>
        <pc:picChg chg="add">
          <ac:chgData name="Ishan Malik" userId="75bbfd951af34ddf" providerId="LiveId" clId="{72EBD0DD-2070-4E6C-9DD9-806D8E44FFC7}" dt="2026-10-16T13:02:28.708" v="1066" actId="22"/>
          <ac:picMkLst>
            <pc:docMk/>
            <pc:sldMk cId="3647402137" sldId="285"/>
            <ac:picMk id="5" creationId="{8D87AD78-E8BD-17E2-62F8-B95FB77A37DE}"/>
          </ac:picMkLst>
        </pc:picChg>
      </pc:sldChg>
      <pc:sldChg chg="addSp delSp new del mod">
        <pc:chgData name="Ishan Malik" userId="75bbfd951af34ddf" providerId="LiveId" clId="{72EBD0DD-2070-4E6C-9DD9-806D8E44FFC7}" dt="2026-10-16T14:06:47.486" v="1133" actId="47"/>
        <pc:sldMkLst>
          <pc:docMk/>
          <pc:sldMk cId="1372197351" sldId="286"/>
        </pc:sldMkLst>
        <pc:spChg chg="del">
          <ac:chgData name="Ishan Malik" userId="75bbfd951af34ddf" providerId="LiveId" clId="{72EBD0DD-2070-4E6C-9DD9-806D8E44FFC7}" dt="2026-10-16T13:11:07.671" v="1068" actId="478"/>
          <ac:spMkLst>
            <pc:docMk/>
            <pc:sldMk cId="1372197351" sldId="286"/>
            <ac:spMk id="2" creationId="{0992841B-C939-4170-2ECB-DAFD71616D0C}"/>
          </ac:spMkLst>
        </pc:spChg>
        <pc:spChg chg="del">
          <ac:chgData name="Ishan Malik" userId="75bbfd951af34ddf" providerId="LiveId" clId="{72EBD0DD-2070-4E6C-9DD9-806D8E44FFC7}" dt="2026-10-16T13:11:07.671" v="1068" actId="478"/>
          <ac:spMkLst>
            <pc:docMk/>
            <pc:sldMk cId="1372197351" sldId="286"/>
            <ac:spMk id="3" creationId="{59694460-ADB9-63C1-1D2A-83A55FF7C3F6}"/>
          </ac:spMkLst>
        </pc:spChg>
        <pc:picChg chg="add">
          <ac:chgData name="Ishan Malik" userId="75bbfd951af34ddf" providerId="LiveId" clId="{72EBD0DD-2070-4E6C-9DD9-806D8E44FFC7}" dt="2026-10-16T13:11:08.313" v="1069" actId="22"/>
          <ac:picMkLst>
            <pc:docMk/>
            <pc:sldMk cId="1372197351" sldId="286"/>
            <ac:picMk id="5" creationId="{1C0C409E-1867-8AAE-CD7A-0A8CD0A41B41}"/>
          </ac:picMkLst>
        </pc:picChg>
      </pc:sldChg>
      <pc:sldChg chg="addSp delSp new del mod ord">
        <pc:chgData name="Ishan Malik" userId="75bbfd951af34ddf" providerId="LiveId" clId="{72EBD0DD-2070-4E6C-9DD9-806D8E44FFC7}" dt="2026-10-16T14:06:47.486" v="1133" actId="47"/>
        <pc:sldMkLst>
          <pc:docMk/>
          <pc:sldMk cId="2881740866" sldId="287"/>
        </pc:sldMkLst>
        <pc:spChg chg="del">
          <ac:chgData name="Ishan Malik" userId="75bbfd951af34ddf" providerId="LiveId" clId="{72EBD0DD-2070-4E6C-9DD9-806D8E44FFC7}" dt="2026-10-16T13:40:17.470" v="1071" actId="478"/>
          <ac:spMkLst>
            <pc:docMk/>
            <pc:sldMk cId="2881740866" sldId="287"/>
            <ac:spMk id="2" creationId="{3099D7B1-6B93-DEE2-456A-111352668135}"/>
          </ac:spMkLst>
        </pc:spChg>
        <pc:spChg chg="del">
          <ac:chgData name="Ishan Malik" userId="75bbfd951af34ddf" providerId="LiveId" clId="{72EBD0DD-2070-4E6C-9DD9-806D8E44FFC7}" dt="2026-10-16T13:40:17.470" v="1071" actId="478"/>
          <ac:spMkLst>
            <pc:docMk/>
            <pc:sldMk cId="2881740866" sldId="287"/>
            <ac:spMk id="3" creationId="{43181B6A-CACA-22FD-71B9-BEBEF48FBD1C}"/>
          </ac:spMkLst>
        </pc:spChg>
        <pc:picChg chg="add">
          <ac:chgData name="Ishan Malik" userId="75bbfd951af34ddf" providerId="LiveId" clId="{72EBD0DD-2070-4E6C-9DD9-806D8E44FFC7}" dt="2026-10-16T13:40:18.300" v="1072" actId="22"/>
          <ac:picMkLst>
            <pc:docMk/>
            <pc:sldMk cId="2881740866" sldId="287"/>
            <ac:picMk id="5" creationId="{D55AEC98-B707-E6FE-FD6E-037258750720}"/>
          </ac:picMkLst>
        </pc:picChg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946037357" sldId="288"/>
        </pc:sldMkLst>
      </pc:sldChg>
      <pc:sldChg chg="modSp add mod modAnim">
        <pc:chgData name="Ishan Malik" userId="75bbfd951af34ddf" providerId="LiveId" clId="{72EBD0DD-2070-4E6C-9DD9-806D8E44FFC7}" dt="2026-10-17T17:24:29.014" v="1795" actId="20577"/>
        <pc:sldMkLst>
          <pc:docMk/>
          <pc:sldMk cId="2404380979" sldId="289"/>
        </pc:sldMkLst>
        <pc:spChg chg="mod">
          <ac:chgData name="Ishan Malik" userId="75bbfd951af34ddf" providerId="LiveId" clId="{72EBD0DD-2070-4E6C-9DD9-806D8E44FFC7}" dt="2026-10-17T17:24:29.014" v="1795" actId="20577"/>
          <ac:spMkLst>
            <pc:docMk/>
            <pc:sldMk cId="2404380979" sldId="289"/>
            <ac:spMk id="7" creationId="{F3A67794-4A97-9691-63F1-E84A05ABF576}"/>
          </ac:spMkLst>
        </pc:spChg>
      </pc:sldChg>
      <pc:sldChg chg="addSp modSp new mod modAnim">
        <pc:chgData name="Ishan Malik" userId="75bbfd951af34ddf" providerId="LiveId" clId="{72EBD0DD-2070-4E6C-9DD9-806D8E44FFC7}" dt="2026-10-17T14:34:19.150" v="1530" actId="20577"/>
        <pc:sldMkLst>
          <pc:docMk/>
          <pc:sldMk cId="172883931" sldId="290"/>
        </pc:sldMkLst>
        <pc:spChg chg="mod">
          <ac:chgData name="Ishan Malik" userId="75bbfd951af34ddf" providerId="LiveId" clId="{72EBD0DD-2070-4E6C-9DD9-806D8E44FFC7}" dt="2026-10-17T14:34:19.150" v="1530" actId="20577"/>
          <ac:spMkLst>
            <pc:docMk/>
            <pc:sldMk cId="172883931" sldId="290"/>
            <ac:spMk id="2" creationId="{6F74FAD7-8475-E40B-9CE0-3DB721A6C2D7}"/>
          </ac:spMkLst>
        </pc:spChg>
        <pc:spChg chg="mod">
          <ac:chgData name="Ishan Malik" userId="75bbfd951af34ddf" providerId="LiveId" clId="{72EBD0DD-2070-4E6C-9DD9-806D8E44FFC7}" dt="2026-10-17T14:21:19.871" v="1446" actId="5793"/>
          <ac:spMkLst>
            <pc:docMk/>
            <pc:sldMk cId="172883931" sldId="290"/>
            <ac:spMk id="3" creationId="{52296F40-F07B-27AE-9870-AA0E437CEDFD}"/>
          </ac:spMkLst>
        </pc:spChg>
        <pc:graphicFrameChg chg="add mod modGraphic">
          <ac:chgData name="Ishan Malik" userId="75bbfd951af34ddf" providerId="LiveId" clId="{72EBD0DD-2070-4E6C-9DD9-806D8E44FFC7}" dt="2026-10-17T14:24:33.763" v="1514" actId="14100"/>
          <ac:graphicFrameMkLst>
            <pc:docMk/>
            <pc:sldMk cId="172883931" sldId="290"/>
            <ac:graphicFrameMk id="4" creationId="{E63EF4D9-866F-5725-4787-87AB7048DA61}"/>
          </ac:graphicFrameMkLst>
        </pc:graphicFrameChg>
      </pc:sldChg>
      <pc:sldChg chg="addSp delSp new del mod">
        <pc:chgData name="Ishan Malik" userId="75bbfd951af34ddf" providerId="LiveId" clId="{72EBD0DD-2070-4E6C-9DD9-806D8E44FFC7}" dt="2026-10-17T03:43:45.946" v="1362" actId="47"/>
        <pc:sldMkLst>
          <pc:docMk/>
          <pc:sldMk cId="3209596444" sldId="290"/>
        </pc:sldMkLst>
        <pc:spChg chg="del">
          <ac:chgData name="Ishan Malik" userId="75bbfd951af34ddf" providerId="LiveId" clId="{72EBD0DD-2070-4E6C-9DD9-806D8E44FFC7}" dt="2026-10-16T15:16:47.223" v="1181" actId="478"/>
          <ac:spMkLst>
            <pc:docMk/>
            <pc:sldMk cId="3209596444" sldId="290"/>
            <ac:spMk id="2" creationId="{DAAD2DD4-3C28-8C50-36C4-6DE00D112E22}"/>
          </ac:spMkLst>
        </pc:spChg>
        <pc:spChg chg="del">
          <ac:chgData name="Ishan Malik" userId="75bbfd951af34ddf" providerId="LiveId" clId="{72EBD0DD-2070-4E6C-9DD9-806D8E44FFC7}" dt="2026-10-16T15:16:47.223" v="1181" actId="478"/>
          <ac:spMkLst>
            <pc:docMk/>
            <pc:sldMk cId="3209596444" sldId="290"/>
            <ac:spMk id="3" creationId="{7DC59C13-4E2C-6230-9122-D14458BB103C}"/>
          </ac:spMkLst>
        </pc:spChg>
        <pc:picChg chg="add">
          <ac:chgData name="Ishan Malik" userId="75bbfd951af34ddf" providerId="LiveId" clId="{72EBD0DD-2070-4E6C-9DD9-806D8E44FFC7}" dt="2026-10-16T15:16:48.015" v="1182" actId="22"/>
          <ac:picMkLst>
            <pc:docMk/>
            <pc:sldMk cId="3209596444" sldId="290"/>
            <ac:picMk id="5" creationId="{84B3CD50-4E2B-1625-2B8D-4615A68121E6}"/>
          </ac:picMkLst>
        </pc:picChg>
      </pc:sldChg>
      <pc:sldChg chg="addSp modSp new del mod modAnim">
        <pc:chgData name="Ishan Malik" userId="75bbfd951af34ddf" providerId="LiveId" clId="{72EBD0DD-2070-4E6C-9DD9-806D8E44FFC7}" dt="2026-10-17T03:43:45.946" v="1362" actId="47"/>
        <pc:sldMkLst>
          <pc:docMk/>
          <pc:sldMk cId="308682377" sldId="291"/>
        </pc:sldMkLst>
        <pc:spChg chg="mod">
          <ac:chgData name="Ishan Malik" userId="75bbfd951af34ddf" providerId="LiveId" clId="{72EBD0DD-2070-4E6C-9DD9-806D8E44FFC7}" dt="2026-10-16T15:26:39.382" v="1184"/>
          <ac:spMkLst>
            <pc:docMk/>
            <pc:sldMk cId="308682377" sldId="291"/>
            <ac:spMk id="2" creationId="{94E4AD8E-FDFB-59F9-9414-904E3C5C3E0A}"/>
          </ac:spMkLst>
        </pc:spChg>
        <pc:spChg chg="mod">
          <ac:chgData name="Ishan Malik" userId="75bbfd951af34ddf" providerId="LiveId" clId="{72EBD0DD-2070-4E6C-9DD9-806D8E44FFC7}" dt="2026-10-16T15:28:55.046" v="1223"/>
          <ac:spMkLst>
            <pc:docMk/>
            <pc:sldMk cId="308682377" sldId="291"/>
            <ac:spMk id="3" creationId="{604B4915-95FA-DD13-3F0C-010E66D28909}"/>
          </ac:spMkLst>
        </pc:spChg>
        <pc:spChg chg="add mod">
          <ac:chgData name="Ishan Malik" userId="75bbfd951af34ddf" providerId="LiveId" clId="{72EBD0DD-2070-4E6C-9DD9-806D8E44FFC7}" dt="2026-10-16T15:30:52.695" v="1248" actId="1076"/>
          <ac:spMkLst>
            <pc:docMk/>
            <pc:sldMk cId="308682377" sldId="291"/>
            <ac:spMk id="4" creationId="{F8B656AA-7F69-CFD3-142A-535FE1CF6954}"/>
          </ac:spMkLst>
        </pc:spChg>
        <pc:spChg chg="add mod">
          <ac:chgData name="Ishan Malik" userId="75bbfd951af34ddf" providerId="LiveId" clId="{72EBD0DD-2070-4E6C-9DD9-806D8E44FFC7}" dt="2026-10-16T15:31:24.819" v="1257" actId="1076"/>
          <ac:spMkLst>
            <pc:docMk/>
            <pc:sldMk cId="308682377" sldId="291"/>
            <ac:spMk id="5" creationId="{A3376280-1090-5C5C-96A6-A8734108D457}"/>
          </ac:spMkLst>
        </pc:spChg>
      </pc:sldChg>
      <pc:sldChg chg="addSp delSp modSp new mod">
        <pc:chgData name="Ishan Malik" userId="75bbfd951af34ddf" providerId="LiveId" clId="{72EBD0DD-2070-4E6C-9DD9-806D8E44FFC7}" dt="2026-10-17T14:31:17.670" v="1523" actId="14100"/>
        <pc:sldMkLst>
          <pc:docMk/>
          <pc:sldMk cId="412688630" sldId="291"/>
        </pc:sldMkLst>
        <pc:spChg chg="del">
          <ac:chgData name="Ishan Malik" userId="75bbfd951af34ddf" providerId="LiveId" clId="{72EBD0DD-2070-4E6C-9DD9-806D8E44FFC7}" dt="2026-10-17T14:30:58.577" v="1517" actId="478"/>
          <ac:spMkLst>
            <pc:docMk/>
            <pc:sldMk cId="412688630" sldId="291"/>
            <ac:spMk id="2" creationId="{080DE434-D8F1-A6EF-F1DF-68FB1D0B24F8}"/>
          </ac:spMkLst>
        </pc:spChg>
        <pc:spChg chg="del">
          <ac:chgData name="Ishan Malik" userId="75bbfd951af34ddf" providerId="LiveId" clId="{72EBD0DD-2070-4E6C-9DD9-806D8E44FFC7}" dt="2026-10-17T14:30:58.577" v="1517" actId="478"/>
          <ac:spMkLst>
            <pc:docMk/>
            <pc:sldMk cId="412688630" sldId="291"/>
            <ac:spMk id="3" creationId="{F63B912B-EA66-229F-49A7-644903EA81A8}"/>
          </ac:spMkLst>
        </pc:spChg>
        <pc:picChg chg="add mod">
          <ac:chgData name="Ishan Malik" userId="75bbfd951af34ddf" providerId="LiveId" clId="{72EBD0DD-2070-4E6C-9DD9-806D8E44FFC7}" dt="2026-10-17T14:31:17.670" v="1523" actId="14100"/>
          <ac:picMkLst>
            <pc:docMk/>
            <pc:sldMk cId="412688630" sldId="291"/>
            <ac:picMk id="4" creationId="{0F43AA61-FA01-EA49-D688-65527A5EB512}"/>
          </ac:picMkLst>
        </pc:picChg>
      </pc:sldChg>
      <pc:sldChg chg="addSp delSp modSp add del mod delAnim modAnim">
        <pc:chgData name="Ishan Malik" userId="75bbfd951af34ddf" providerId="LiveId" clId="{72EBD0DD-2070-4E6C-9DD9-806D8E44FFC7}" dt="2026-10-17T03:43:45.946" v="1362" actId="47"/>
        <pc:sldMkLst>
          <pc:docMk/>
          <pc:sldMk cId="1992385909" sldId="292"/>
        </pc:sldMkLst>
        <pc:spChg chg="mod">
          <ac:chgData name="Ishan Malik" userId="75bbfd951af34ddf" providerId="LiveId" clId="{72EBD0DD-2070-4E6C-9DD9-806D8E44FFC7}" dt="2026-10-16T15:32:39.512" v="1269" actId="20577"/>
          <ac:spMkLst>
            <pc:docMk/>
            <pc:sldMk cId="1992385909" sldId="292"/>
            <ac:spMk id="3" creationId="{01BCE78D-EB6A-AAD2-3472-45388A4F7EA2}"/>
          </ac:spMkLst>
        </pc:spChg>
        <pc:spChg chg="del">
          <ac:chgData name="Ishan Malik" userId="75bbfd951af34ddf" providerId="LiveId" clId="{72EBD0DD-2070-4E6C-9DD9-806D8E44FFC7}" dt="2026-10-16T15:32:19.832" v="1265" actId="478"/>
          <ac:spMkLst>
            <pc:docMk/>
            <pc:sldMk cId="1992385909" sldId="292"/>
            <ac:spMk id="4" creationId="{2F0BCB73-B940-FBC2-907B-29A23E9DE574}"/>
          </ac:spMkLst>
        </pc:spChg>
        <pc:spChg chg="add del mod">
          <ac:chgData name="Ishan Malik" userId="75bbfd951af34ddf" providerId="LiveId" clId="{72EBD0DD-2070-4E6C-9DD9-806D8E44FFC7}" dt="2026-10-16T15:33:00.115" v="1272" actId="478"/>
          <ac:spMkLst>
            <pc:docMk/>
            <pc:sldMk cId="1992385909" sldId="292"/>
            <ac:spMk id="5" creationId="{5813B278-F6E2-C067-DB57-9BCEC41AB66E}"/>
          </ac:spMkLst>
        </pc:spChg>
        <pc:spChg chg="add mod">
          <ac:chgData name="Ishan Malik" userId="75bbfd951af34ddf" providerId="LiveId" clId="{72EBD0DD-2070-4E6C-9DD9-806D8E44FFC7}" dt="2026-10-16T15:33:12.251" v="1274" actId="1076"/>
          <ac:spMkLst>
            <pc:docMk/>
            <pc:sldMk cId="1992385909" sldId="292"/>
            <ac:spMk id="6" creationId="{BDF5688C-FF9A-7CED-F61D-F0110DB1F1F2}"/>
          </ac:spMkLst>
        </pc:spChg>
        <pc:spChg chg="add mod">
          <ac:chgData name="Ishan Malik" userId="75bbfd951af34ddf" providerId="LiveId" clId="{72EBD0DD-2070-4E6C-9DD9-806D8E44FFC7}" dt="2026-10-16T15:33:56.382" v="1283" actId="20577"/>
          <ac:spMkLst>
            <pc:docMk/>
            <pc:sldMk cId="1992385909" sldId="292"/>
            <ac:spMk id="7" creationId="{2C704AFF-6FBE-4491-6A73-075EA009F20F}"/>
          </ac:spMkLst>
        </pc:spChg>
      </pc:sldChg>
      <pc:sldChg chg="modSp new del mod modAnim">
        <pc:chgData name="Ishan Malik" userId="75bbfd951af34ddf" providerId="LiveId" clId="{72EBD0DD-2070-4E6C-9DD9-806D8E44FFC7}" dt="2026-10-17T14:48:09.541" v="1569" actId="2696"/>
        <pc:sldMkLst>
          <pc:docMk/>
          <pc:sldMk cId="2179460393" sldId="292"/>
        </pc:sldMkLst>
        <pc:spChg chg="mod">
          <ac:chgData name="Ishan Malik" userId="75bbfd951af34ddf" providerId="LiveId" clId="{72EBD0DD-2070-4E6C-9DD9-806D8E44FFC7}" dt="2026-10-17T14:34:43.246" v="1531"/>
          <ac:spMkLst>
            <pc:docMk/>
            <pc:sldMk cId="2179460393" sldId="292"/>
            <ac:spMk id="2" creationId="{ED763B46-E7A3-8B3B-78AA-F4036C67635A}"/>
          </ac:spMkLst>
        </pc:spChg>
        <pc:spChg chg="mod">
          <ac:chgData name="Ishan Malik" userId="75bbfd951af34ddf" providerId="LiveId" clId="{72EBD0DD-2070-4E6C-9DD9-806D8E44FFC7}" dt="2026-10-17T14:35:22.886" v="1545" actId="33524"/>
          <ac:spMkLst>
            <pc:docMk/>
            <pc:sldMk cId="2179460393" sldId="292"/>
            <ac:spMk id="3" creationId="{EA3D8A23-62D2-9314-B81C-5A9465F328A2}"/>
          </ac:spMkLst>
        </pc:spChg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2932851628" sldId="293"/>
        </pc:sldMkLst>
        <pc:spChg chg="del">
          <ac:chgData name="Ishan Malik" userId="75bbfd951af34ddf" providerId="LiveId" clId="{72EBD0DD-2070-4E6C-9DD9-806D8E44FFC7}" dt="2026-10-16T15:35:36.373" v="1285" actId="478"/>
          <ac:spMkLst>
            <pc:docMk/>
            <pc:sldMk cId="2932851628" sldId="293"/>
            <ac:spMk id="2" creationId="{E56FE932-0194-9401-F970-BD1185DACA3E}"/>
          </ac:spMkLst>
        </pc:spChg>
        <pc:spChg chg="del">
          <ac:chgData name="Ishan Malik" userId="75bbfd951af34ddf" providerId="LiveId" clId="{72EBD0DD-2070-4E6C-9DD9-806D8E44FFC7}" dt="2026-10-16T15:35:36.373" v="1285" actId="478"/>
          <ac:spMkLst>
            <pc:docMk/>
            <pc:sldMk cId="2932851628" sldId="293"/>
            <ac:spMk id="3" creationId="{E1FB66C5-8728-9F93-43AA-F04ED982085D}"/>
          </ac:spMkLst>
        </pc:spChg>
        <pc:picChg chg="add mod">
          <ac:chgData name="Ishan Malik" userId="75bbfd951af34ddf" providerId="LiveId" clId="{72EBD0DD-2070-4E6C-9DD9-806D8E44FFC7}" dt="2026-10-16T15:35:47.622" v="1289" actId="14100"/>
          <ac:picMkLst>
            <pc:docMk/>
            <pc:sldMk cId="2932851628" sldId="293"/>
            <ac:picMk id="4" creationId="{03796133-2FE9-81C1-FB13-8E18922926CA}"/>
          </ac:picMkLst>
        </pc:picChg>
        <pc:picChg chg="add">
          <ac:chgData name="Ishan Malik" userId="75bbfd951af34ddf" providerId="LiveId" clId="{72EBD0DD-2070-4E6C-9DD9-806D8E44FFC7}" dt="2026-10-16T15:37:35.712" v="1290" actId="22"/>
          <ac:picMkLst>
            <pc:docMk/>
            <pc:sldMk cId="2932851628" sldId="293"/>
            <ac:picMk id="6" creationId="{B760F818-3D75-027F-99D1-0BDD32EC6EEE}"/>
          </ac:picMkLst>
        </pc:picChg>
      </pc:sldChg>
      <pc:sldChg chg="addSp delSp modSp new mod delAnim modAnim">
        <pc:chgData name="Ishan Malik" userId="75bbfd951af34ddf" providerId="LiveId" clId="{72EBD0DD-2070-4E6C-9DD9-806D8E44FFC7}" dt="2026-10-17T14:48:22.346" v="1570" actId="14100"/>
        <pc:sldMkLst>
          <pc:docMk/>
          <pc:sldMk cId="3014945580" sldId="293"/>
        </pc:sldMkLst>
        <pc:spChg chg="del mod">
          <ac:chgData name="Ishan Malik" userId="75bbfd951af34ddf" providerId="LiveId" clId="{72EBD0DD-2070-4E6C-9DD9-806D8E44FFC7}" dt="2026-10-17T14:47:49.371" v="1564" actId="478"/>
          <ac:spMkLst>
            <pc:docMk/>
            <pc:sldMk cId="3014945580" sldId="293"/>
            <ac:spMk id="2" creationId="{7B65F2F2-2807-6FF4-B990-0F65CA6E5280}"/>
          </ac:spMkLst>
        </pc:spChg>
        <pc:spChg chg="del mod">
          <ac:chgData name="Ishan Malik" userId="75bbfd951af34ddf" providerId="LiveId" clId="{72EBD0DD-2070-4E6C-9DD9-806D8E44FFC7}" dt="2026-10-17T14:47:49.371" v="1564" actId="478"/>
          <ac:spMkLst>
            <pc:docMk/>
            <pc:sldMk cId="3014945580" sldId="293"/>
            <ac:spMk id="3" creationId="{9491EF51-8596-B575-90DD-4206891EE276}"/>
          </ac:spMkLst>
        </pc:spChg>
        <pc:spChg chg="add del mod">
          <ac:chgData name="Ishan Malik" userId="75bbfd951af34ddf" providerId="LiveId" clId="{72EBD0DD-2070-4E6C-9DD9-806D8E44FFC7}" dt="2026-10-17T14:47:50.752" v="1565" actId="478"/>
          <ac:spMkLst>
            <pc:docMk/>
            <pc:sldMk cId="3014945580" sldId="293"/>
            <ac:spMk id="5" creationId="{330A1EDB-0236-4C0D-657E-E05E799BBC53}"/>
          </ac:spMkLst>
        </pc:spChg>
        <pc:spChg chg="add del mod">
          <ac:chgData name="Ishan Malik" userId="75bbfd951af34ddf" providerId="LiveId" clId="{72EBD0DD-2070-4E6C-9DD9-806D8E44FFC7}" dt="2026-10-17T14:47:50.752" v="1565" actId="478"/>
          <ac:spMkLst>
            <pc:docMk/>
            <pc:sldMk cId="3014945580" sldId="293"/>
            <ac:spMk id="7" creationId="{F9D505F6-79A8-F212-5684-E365E2F9E31F}"/>
          </ac:spMkLst>
        </pc:spChg>
        <pc:picChg chg="add mod">
          <ac:chgData name="Ishan Malik" userId="75bbfd951af34ddf" providerId="LiveId" clId="{72EBD0DD-2070-4E6C-9DD9-806D8E44FFC7}" dt="2026-10-17T14:48:22.346" v="1570" actId="14100"/>
          <ac:picMkLst>
            <pc:docMk/>
            <pc:sldMk cId="3014945580" sldId="293"/>
            <ac:picMk id="9" creationId="{5C34A088-475E-A776-DFB2-17BCAB68C54D}"/>
          </ac:picMkLst>
        </pc:picChg>
      </pc:sldChg>
      <pc:sldChg chg="modSp new mod">
        <pc:chgData name="Ishan Malik" userId="75bbfd951af34ddf" providerId="LiveId" clId="{72EBD0DD-2070-4E6C-9DD9-806D8E44FFC7}" dt="2026-10-17T14:56:55.781" v="1615"/>
        <pc:sldMkLst>
          <pc:docMk/>
          <pc:sldMk cId="524126052" sldId="294"/>
        </pc:sldMkLst>
        <pc:spChg chg="mod">
          <ac:chgData name="Ishan Malik" userId="75bbfd951af34ddf" providerId="LiveId" clId="{72EBD0DD-2070-4E6C-9DD9-806D8E44FFC7}" dt="2026-10-17T14:51:28.044" v="1572"/>
          <ac:spMkLst>
            <pc:docMk/>
            <pc:sldMk cId="524126052" sldId="294"/>
            <ac:spMk id="2" creationId="{D336194B-1F27-976C-E0B3-93D330CE41DA}"/>
          </ac:spMkLst>
        </pc:spChg>
        <pc:spChg chg="mod">
          <ac:chgData name="Ishan Malik" userId="75bbfd951af34ddf" providerId="LiveId" clId="{72EBD0DD-2070-4E6C-9DD9-806D8E44FFC7}" dt="2026-10-17T14:56:55.781" v="1615"/>
          <ac:spMkLst>
            <pc:docMk/>
            <pc:sldMk cId="524126052" sldId="294"/>
            <ac:spMk id="3" creationId="{8ED669DE-BAC6-0B43-2772-76ACEC02AC37}"/>
          </ac:spMkLst>
        </pc:spChg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3032367073" sldId="294"/>
        </pc:sldMkLst>
        <pc:spChg chg="del">
          <ac:chgData name="Ishan Malik" userId="75bbfd951af34ddf" providerId="LiveId" clId="{72EBD0DD-2070-4E6C-9DD9-806D8E44FFC7}" dt="2026-10-16T15:42:11.322" v="1292" actId="478"/>
          <ac:spMkLst>
            <pc:docMk/>
            <pc:sldMk cId="3032367073" sldId="294"/>
            <ac:spMk id="2" creationId="{51D78AE7-53F0-E543-5A30-B25A504C5965}"/>
          </ac:spMkLst>
        </pc:spChg>
        <pc:spChg chg="del">
          <ac:chgData name="Ishan Malik" userId="75bbfd951af34ddf" providerId="LiveId" clId="{72EBD0DD-2070-4E6C-9DD9-806D8E44FFC7}" dt="2026-10-16T15:42:11.322" v="1292" actId="478"/>
          <ac:spMkLst>
            <pc:docMk/>
            <pc:sldMk cId="3032367073" sldId="294"/>
            <ac:spMk id="3" creationId="{BCB42619-BE65-A616-A999-FA629331DFC0}"/>
          </ac:spMkLst>
        </pc:spChg>
        <pc:picChg chg="add mod">
          <ac:chgData name="Ishan Malik" userId="75bbfd951af34ddf" providerId="LiveId" clId="{72EBD0DD-2070-4E6C-9DD9-806D8E44FFC7}" dt="2026-10-16T15:42:19.982" v="1296" actId="14100"/>
          <ac:picMkLst>
            <pc:docMk/>
            <pc:sldMk cId="3032367073" sldId="294"/>
            <ac:picMk id="4" creationId="{5736DA0C-064A-037D-1D22-9AF2F5CFE740}"/>
          </ac:picMkLst>
        </pc:picChg>
      </pc:sldChg>
      <pc:sldChg chg="addSp modSp new del mod">
        <pc:chgData name="Ishan Malik" userId="75bbfd951af34ddf" providerId="LiveId" clId="{72EBD0DD-2070-4E6C-9DD9-806D8E44FFC7}" dt="2026-10-17T03:43:45.946" v="1362" actId="47"/>
        <pc:sldMkLst>
          <pc:docMk/>
          <pc:sldMk cId="4165888872" sldId="295"/>
        </pc:sldMkLst>
        <pc:spChg chg="mod">
          <ac:chgData name="Ishan Malik" userId="75bbfd951af34ddf" providerId="LiveId" clId="{72EBD0DD-2070-4E6C-9DD9-806D8E44FFC7}" dt="2026-10-16T15:58:10.913" v="1298"/>
          <ac:spMkLst>
            <pc:docMk/>
            <pc:sldMk cId="4165888872" sldId="295"/>
            <ac:spMk id="2" creationId="{05333C9E-F096-C81F-B951-05FD31E38F7B}"/>
          </ac:spMkLst>
        </pc:spChg>
        <pc:spChg chg="mod">
          <ac:chgData name="Ishan Malik" userId="75bbfd951af34ddf" providerId="LiveId" clId="{72EBD0DD-2070-4E6C-9DD9-806D8E44FFC7}" dt="2026-10-16T15:59:03.953" v="1305" actId="5793"/>
          <ac:spMkLst>
            <pc:docMk/>
            <pc:sldMk cId="4165888872" sldId="295"/>
            <ac:spMk id="3" creationId="{D68634F9-8428-A2D0-9B0E-D7B7BA8E83B8}"/>
          </ac:spMkLst>
        </pc:spChg>
        <pc:graphicFrameChg chg="add mod modGraphic">
          <ac:chgData name="Ishan Malik" userId="75bbfd951af34ddf" providerId="LiveId" clId="{72EBD0DD-2070-4E6C-9DD9-806D8E44FFC7}" dt="2026-10-16T15:59:27.653" v="1310" actId="403"/>
          <ac:graphicFrameMkLst>
            <pc:docMk/>
            <pc:sldMk cId="4165888872" sldId="295"/>
            <ac:graphicFrameMk id="4" creationId="{C82B418E-9943-7E6B-4FCE-D4C91854A403}"/>
          </ac:graphicFrameMkLst>
        </pc:graphicFrameChg>
      </pc:sldChg>
      <pc:sldChg chg="modSp new mod modAnim">
        <pc:chgData name="Ishan Malik" userId="75bbfd951af34ddf" providerId="LiveId" clId="{72EBD0DD-2070-4E6C-9DD9-806D8E44FFC7}" dt="2026-10-17T14:54:50.279" v="1614"/>
        <pc:sldMkLst>
          <pc:docMk/>
          <pc:sldMk cId="4189472180" sldId="295"/>
        </pc:sldMkLst>
        <pc:spChg chg="mod">
          <ac:chgData name="Ishan Malik" userId="75bbfd951af34ddf" providerId="LiveId" clId="{72EBD0DD-2070-4E6C-9DD9-806D8E44FFC7}" dt="2026-10-17T14:53:11.239" v="1585" actId="113"/>
          <ac:spMkLst>
            <pc:docMk/>
            <pc:sldMk cId="4189472180" sldId="295"/>
            <ac:spMk id="2" creationId="{CDE1662D-8B0B-0BB0-3FE5-1EF07F22AED8}"/>
          </ac:spMkLst>
        </pc:spChg>
        <pc:spChg chg="mod">
          <ac:chgData name="Ishan Malik" userId="75bbfd951af34ddf" providerId="LiveId" clId="{72EBD0DD-2070-4E6C-9DD9-806D8E44FFC7}" dt="2026-10-17T14:54:44.753" v="1613" actId="20577"/>
          <ac:spMkLst>
            <pc:docMk/>
            <pc:sldMk cId="4189472180" sldId="295"/>
            <ac:spMk id="3" creationId="{5AEC8F61-B2B0-DBFC-7A15-80DEB62EC5DC}"/>
          </ac:spMkLst>
        </pc:spChg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264340566" sldId="296"/>
        </pc:sldMkLst>
        <pc:spChg chg="del">
          <ac:chgData name="Ishan Malik" userId="75bbfd951af34ddf" providerId="LiveId" clId="{72EBD0DD-2070-4E6C-9DD9-806D8E44FFC7}" dt="2026-10-16T16:00:39.849" v="1312" actId="478"/>
          <ac:spMkLst>
            <pc:docMk/>
            <pc:sldMk cId="264340566" sldId="296"/>
            <ac:spMk id="2" creationId="{D23ED528-EAB7-488A-183A-38CC4811628F}"/>
          </ac:spMkLst>
        </pc:spChg>
        <pc:spChg chg="del">
          <ac:chgData name="Ishan Malik" userId="75bbfd951af34ddf" providerId="LiveId" clId="{72EBD0DD-2070-4E6C-9DD9-806D8E44FFC7}" dt="2026-10-16T16:00:39.849" v="1312" actId="478"/>
          <ac:spMkLst>
            <pc:docMk/>
            <pc:sldMk cId="264340566" sldId="296"/>
            <ac:spMk id="3" creationId="{3AEE7107-EEB2-064D-1B25-53B6EB6BD4F6}"/>
          </ac:spMkLst>
        </pc:spChg>
        <pc:picChg chg="add mod">
          <ac:chgData name="Ishan Malik" userId="75bbfd951af34ddf" providerId="LiveId" clId="{72EBD0DD-2070-4E6C-9DD9-806D8E44FFC7}" dt="2026-10-16T16:00:51.135" v="1316" actId="14100"/>
          <ac:picMkLst>
            <pc:docMk/>
            <pc:sldMk cId="264340566" sldId="296"/>
            <ac:picMk id="4" creationId="{B447CCAC-1B99-B5EA-3D8D-C5A08DE1CD1A}"/>
          </ac:picMkLst>
        </pc:picChg>
      </pc:sldChg>
      <pc:sldChg chg="addSp modSp new mod modAnim">
        <pc:chgData name="Ishan Malik" userId="75bbfd951af34ddf" providerId="LiveId" clId="{72EBD0DD-2070-4E6C-9DD9-806D8E44FFC7}" dt="2026-10-17T15:12:20.599" v="1711"/>
        <pc:sldMkLst>
          <pc:docMk/>
          <pc:sldMk cId="3532708028" sldId="296"/>
        </pc:sldMkLst>
        <pc:spChg chg="mod">
          <ac:chgData name="Ishan Malik" userId="75bbfd951af34ddf" providerId="LiveId" clId="{72EBD0DD-2070-4E6C-9DD9-806D8E44FFC7}" dt="2026-10-17T14:59:35.992" v="1625" actId="20577"/>
          <ac:spMkLst>
            <pc:docMk/>
            <pc:sldMk cId="3532708028" sldId="296"/>
            <ac:spMk id="2" creationId="{70639E72-AB3F-208C-D1C6-D041EBA3735C}"/>
          </ac:spMkLst>
        </pc:spChg>
        <pc:spChg chg="mod">
          <ac:chgData name="Ishan Malik" userId="75bbfd951af34ddf" providerId="LiveId" clId="{72EBD0DD-2070-4E6C-9DD9-806D8E44FFC7}" dt="2026-10-17T15:12:20.599" v="1711"/>
          <ac:spMkLst>
            <pc:docMk/>
            <pc:sldMk cId="3532708028" sldId="296"/>
            <ac:spMk id="3" creationId="{1B392EF5-FD71-819B-C48E-C8867CB544F8}"/>
          </ac:spMkLst>
        </pc:spChg>
        <pc:spChg chg="add mod">
          <ac:chgData name="Ishan Malik" userId="75bbfd951af34ddf" providerId="LiveId" clId="{72EBD0DD-2070-4E6C-9DD9-806D8E44FFC7}" dt="2026-10-17T15:11:51.718" v="1710" actId="1076"/>
          <ac:spMkLst>
            <pc:docMk/>
            <pc:sldMk cId="3532708028" sldId="296"/>
            <ac:spMk id="4" creationId="{13C6F0A4-6102-264E-C49B-3CD6DE325FC3}"/>
          </ac:spMkLst>
        </pc:spChg>
      </pc:sldChg>
      <pc:sldChg chg="modSp add del mod modAnim">
        <pc:chgData name="Ishan Malik" userId="75bbfd951af34ddf" providerId="LiveId" clId="{72EBD0DD-2070-4E6C-9DD9-806D8E44FFC7}" dt="2026-10-17T03:43:53.155" v="1363" actId="47"/>
        <pc:sldMkLst>
          <pc:docMk/>
          <pc:sldMk cId="1070963268" sldId="297"/>
        </pc:sldMkLst>
        <pc:spChg chg="mod">
          <ac:chgData name="Ishan Malik" userId="75bbfd951af34ddf" providerId="LiveId" clId="{72EBD0DD-2070-4E6C-9DD9-806D8E44FFC7}" dt="2026-10-16T16:22:28.204" v="1361" actId="20577"/>
          <ac:spMkLst>
            <pc:docMk/>
            <pc:sldMk cId="1070963268" sldId="297"/>
            <ac:spMk id="7" creationId="{18D6D02F-6EA3-0B85-9548-70CF104A3909}"/>
          </ac:spMkLst>
        </pc:spChg>
      </pc:sldChg>
      <pc:sldChg chg="addSp delSp modSp new mod">
        <pc:chgData name="Ishan Malik" userId="75bbfd951af34ddf" providerId="LiveId" clId="{72EBD0DD-2070-4E6C-9DD9-806D8E44FFC7}" dt="2026-10-17T15:14:07.839" v="1719" actId="14100"/>
        <pc:sldMkLst>
          <pc:docMk/>
          <pc:sldMk cId="3735515260" sldId="297"/>
        </pc:sldMkLst>
        <pc:spChg chg="del">
          <ac:chgData name="Ishan Malik" userId="75bbfd951af34ddf" providerId="LiveId" clId="{72EBD0DD-2070-4E6C-9DD9-806D8E44FFC7}" dt="2026-10-17T15:13:52.039" v="1713" actId="478"/>
          <ac:spMkLst>
            <pc:docMk/>
            <pc:sldMk cId="3735515260" sldId="297"/>
            <ac:spMk id="2" creationId="{5186F970-1A53-D691-0417-00C984E8D15F}"/>
          </ac:spMkLst>
        </pc:spChg>
        <pc:spChg chg="del">
          <ac:chgData name="Ishan Malik" userId="75bbfd951af34ddf" providerId="LiveId" clId="{72EBD0DD-2070-4E6C-9DD9-806D8E44FFC7}" dt="2026-10-17T15:13:52.039" v="1713" actId="478"/>
          <ac:spMkLst>
            <pc:docMk/>
            <pc:sldMk cId="3735515260" sldId="297"/>
            <ac:spMk id="3" creationId="{891E311F-30DE-8EB9-06C6-A61367D6A2D3}"/>
          </ac:spMkLst>
        </pc:spChg>
        <pc:picChg chg="add mod">
          <ac:chgData name="Ishan Malik" userId="75bbfd951af34ddf" providerId="LiveId" clId="{72EBD0DD-2070-4E6C-9DD9-806D8E44FFC7}" dt="2026-10-17T15:14:07.839" v="1719" actId="14100"/>
          <ac:picMkLst>
            <pc:docMk/>
            <pc:sldMk cId="3735515260" sldId="297"/>
            <ac:picMk id="4" creationId="{574B24C6-BC1C-00D0-C7F7-70CCCBC0F31F}"/>
          </ac:picMkLst>
        </pc:picChg>
      </pc:sldChg>
      <pc:sldChg chg="addSp delSp modSp new mod">
        <pc:chgData name="Ishan Malik" userId="75bbfd951af34ddf" providerId="LiveId" clId="{72EBD0DD-2070-4E6C-9DD9-806D8E44FFC7}" dt="2026-10-17T15:53:25.947" v="1725" actId="14100"/>
        <pc:sldMkLst>
          <pc:docMk/>
          <pc:sldMk cId="626671728" sldId="298"/>
        </pc:sldMkLst>
        <pc:spChg chg="del">
          <ac:chgData name="Ishan Malik" userId="75bbfd951af34ddf" providerId="LiveId" clId="{72EBD0DD-2070-4E6C-9DD9-806D8E44FFC7}" dt="2026-10-17T15:53:11.459" v="1721" actId="478"/>
          <ac:spMkLst>
            <pc:docMk/>
            <pc:sldMk cId="626671728" sldId="298"/>
            <ac:spMk id="2" creationId="{40A0A2B6-B4F1-50CC-3A55-1382B0C52853}"/>
          </ac:spMkLst>
        </pc:spChg>
        <pc:spChg chg="del">
          <ac:chgData name="Ishan Malik" userId="75bbfd951af34ddf" providerId="LiveId" clId="{72EBD0DD-2070-4E6C-9DD9-806D8E44FFC7}" dt="2026-10-17T15:53:11.459" v="1721" actId="478"/>
          <ac:spMkLst>
            <pc:docMk/>
            <pc:sldMk cId="626671728" sldId="298"/>
            <ac:spMk id="3" creationId="{0FA0D8C3-9636-0850-11AC-F8373636E25C}"/>
          </ac:spMkLst>
        </pc:spChg>
        <pc:picChg chg="add mod">
          <ac:chgData name="Ishan Malik" userId="75bbfd951af34ddf" providerId="LiveId" clId="{72EBD0DD-2070-4E6C-9DD9-806D8E44FFC7}" dt="2026-10-17T15:53:25.947" v="1725" actId="14100"/>
          <ac:picMkLst>
            <pc:docMk/>
            <pc:sldMk cId="626671728" sldId="298"/>
            <ac:picMk id="4" creationId="{5AABF6BA-8889-941A-935C-78E31B23DFF9}"/>
          </ac:picMkLst>
        </pc:picChg>
      </pc:sldChg>
      <pc:sldChg chg="addSp delSp modSp new mod">
        <pc:chgData name="Ishan Malik" userId="75bbfd951af34ddf" providerId="LiveId" clId="{72EBD0DD-2070-4E6C-9DD9-806D8E44FFC7}" dt="2026-10-17T16:31:28.489" v="1731" actId="14100"/>
        <pc:sldMkLst>
          <pc:docMk/>
          <pc:sldMk cId="3194211788" sldId="299"/>
        </pc:sldMkLst>
        <pc:spChg chg="del">
          <ac:chgData name="Ishan Malik" userId="75bbfd951af34ddf" providerId="LiveId" clId="{72EBD0DD-2070-4E6C-9DD9-806D8E44FFC7}" dt="2026-10-17T16:31:16.865" v="1727" actId="478"/>
          <ac:spMkLst>
            <pc:docMk/>
            <pc:sldMk cId="3194211788" sldId="299"/>
            <ac:spMk id="2" creationId="{0B468928-9FE4-F45A-0722-AFA29A5DA54C}"/>
          </ac:spMkLst>
        </pc:spChg>
        <pc:spChg chg="del">
          <ac:chgData name="Ishan Malik" userId="75bbfd951af34ddf" providerId="LiveId" clId="{72EBD0DD-2070-4E6C-9DD9-806D8E44FFC7}" dt="2026-10-17T16:31:16.865" v="1727" actId="478"/>
          <ac:spMkLst>
            <pc:docMk/>
            <pc:sldMk cId="3194211788" sldId="299"/>
            <ac:spMk id="3" creationId="{42D3B5F1-7C56-DAB6-3ED1-9666F4816916}"/>
          </ac:spMkLst>
        </pc:spChg>
        <pc:picChg chg="add mod">
          <ac:chgData name="Ishan Malik" userId="75bbfd951af34ddf" providerId="LiveId" clId="{72EBD0DD-2070-4E6C-9DD9-806D8E44FFC7}" dt="2026-10-17T16:31:28.489" v="1731" actId="14100"/>
          <ac:picMkLst>
            <pc:docMk/>
            <pc:sldMk cId="3194211788" sldId="299"/>
            <ac:picMk id="4" creationId="{4AAC1CA0-7A16-1283-0AB6-A99BB7FEB565}"/>
          </ac:picMkLst>
        </pc:picChg>
      </pc:sldChg>
      <pc:sldChg chg="addSp delSp modSp new mod">
        <pc:chgData name="Ishan Malik" userId="75bbfd951af34ddf" providerId="LiveId" clId="{72EBD0DD-2070-4E6C-9DD9-806D8E44FFC7}" dt="2026-10-17T16:43:43.426" v="1737" actId="14100"/>
        <pc:sldMkLst>
          <pc:docMk/>
          <pc:sldMk cId="3316966397" sldId="300"/>
        </pc:sldMkLst>
        <pc:spChg chg="del">
          <ac:chgData name="Ishan Malik" userId="75bbfd951af34ddf" providerId="LiveId" clId="{72EBD0DD-2070-4E6C-9DD9-806D8E44FFC7}" dt="2026-10-17T16:43:30.420" v="1733" actId="478"/>
          <ac:spMkLst>
            <pc:docMk/>
            <pc:sldMk cId="3316966397" sldId="300"/>
            <ac:spMk id="2" creationId="{13D07D85-A639-74C9-7F8B-1BCD1C52AB1D}"/>
          </ac:spMkLst>
        </pc:spChg>
        <pc:spChg chg="del">
          <ac:chgData name="Ishan Malik" userId="75bbfd951af34ddf" providerId="LiveId" clId="{72EBD0DD-2070-4E6C-9DD9-806D8E44FFC7}" dt="2026-10-17T16:43:30.420" v="1733" actId="478"/>
          <ac:spMkLst>
            <pc:docMk/>
            <pc:sldMk cId="3316966397" sldId="300"/>
            <ac:spMk id="3" creationId="{9AF97FA8-CC25-D670-CF99-89DD44481743}"/>
          </ac:spMkLst>
        </pc:spChg>
        <pc:picChg chg="add mod">
          <ac:chgData name="Ishan Malik" userId="75bbfd951af34ddf" providerId="LiveId" clId="{72EBD0DD-2070-4E6C-9DD9-806D8E44FFC7}" dt="2026-10-17T16:43:43.426" v="1737" actId="14100"/>
          <ac:picMkLst>
            <pc:docMk/>
            <pc:sldMk cId="3316966397" sldId="300"/>
            <ac:picMk id="4" creationId="{C86FF1AA-D688-4BCB-D218-38BBAB9FA75B}"/>
          </ac:picMkLst>
        </pc:picChg>
      </pc:sldChg>
      <pc:sldChg chg="addSp delSp new mod">
        <pc:chgData name="Ishan Malik" userId="75bbfd951af34ddf" providerId="LiveId" clId="{72EBD0DD-2070-4E6C-9DD9-806D8E44FFC7}" dt="2026-10-17T16:51:22.678" v="1740" actId="22"/>
        <pc:sldMkLst>
          <pc:docMk/>
          <pc:sldMk cId="2480163373" sldId="301"/>
        </pc:sldMkLst>
        <pc:spChg chg="del">
          <ac:chgData name="Ishan Malik" userId="75bbfd951af34ddf" providerId="LiveId" clId="{72EBD0DD-2070-4E6C-9DD9-806D8E44FFC7}" dt="2026-10-17T16:51:22.045" v="1739" actId="478"/>
          <ac:spMkLst>
            <pc:docMk/>
            <pc:sldMk cId="2480163373" sldId="301"/>
            <ac:spMk id="2" creationId="{5A109463-6F7D-B9B5-BDEE-4A82546A9A43}"/>
          </ac:spMkLst>
        </pc:spChg>
        <pc:spChg chg="del">
          <ac:chgData name="Ishan Malik" userId="75bbfd951af34ddf" providerId="LiveId" clId="{72EBD0DD-2070-4E6C-9DD9-806D8E44FFC7}" dt="2026-10-17T16:51:22.045" v="1739" actId="478"/>
          <ac:spMkLst>
            <pc:docMk/>
            <pc:sldMk cId="2480163373" sldId="301"/>
            <ac:spMk id="3" creationId="{5140F869-83FC-1899-4FCD-4E751786DFC2}"/>
          </ac:spMkLst>
        </pc:spChg>
        <pc:picChg chg="add">
          <ac:chgData name="Ishan Malik" userId="75bbfd951af34ddf" providerId="LiveId" clId="{72EBD0DD-2070-4E6C-9DD9-806D8E44FFC7}" dt="2026-10-17T16:51:22.678" v="1740" actId="22"/>
          <ac:picMkLst>
            <pc:docMk/>
            <pc:sldMk cId="2480163373" sldId="301"/>
            <ac:picMk id="5" creationId="{E6D0BD20-0059-1C2C-59A2-9667BC41AAA0}"/>
          </ac:picMkLst>
        </pc:picChg>
      </pc:sldChg>
      <pc:sldChg chg="addSp delSp modSp add mod modAnim chgLayout">
        <pc:chgData name="Ishan Malik" userId="75bbfd951af34ddf" providerId="LiveId" clId="{72EBD0DD-2070-4E6C-9DD9-806D8E44FFC7}" dt="2026-10-17T17:15:46.831" v="1768"/>
        <pc:sldMkLst>
          <pc:docMk/>
          <pc:sldMk cId="2035251581" sldId="302"/>
        </pc:sldMkLst>
        <pc:spChg chg="add mod">
          <ac:chgData name="Ishan Malik" userId="75bbfd951af34ddf" providerId="LiveId" clId="{72EBD0DD-2070-4E6C-9DD9-806D8E44FFC7}" dt="2026-10-17T17:10:27.654" v="1752" actId="20577"/>
          <ac:spMkLst>
            <pc:docMk/>
            <pc:sldMk cId="2035251581" sldId="302"/>
            <ac:spMk id="2" creationId="{0C0666A9-8873-3AEA-87CE-5D860AAB086A}"/>
          </ac:spMkLst>
        </pc:spChg>
        <pc:spChg chg="add mod">
          <ac:chgData name="Ishan Malik" userId="75bbfd951af34ddf" providerId="LiveId" clId="{72EBD0DD-2070-4E6C-9DD9-806D8E44FFC7}" dt="2026-10-17T17:11:04.976" v="1759" actId="20577"/>
          <ac:spMkLst>
            <pc:docMk/>
            <pc:sldMk cId="2035251581" sldId="302"/>
            <ac:spMk id="3" creationId="{A380D386-B59C-4A05-633D-40477D53B2C5}"/>
          </ac:spMkLst>
        </pc:spChg>
        <pc:picChg chg="del">
          <ac:chgData name="Ishan Malik" userId="75bbfd951af34ddf" providerId="LiveId" clId="{72EBD0DD-2070-4E6C-9DD9-806D8E44FFC7}" dt="2026-10-17T16:51:30.580" v="1742" actId="478"/>
          <ac:picMkLst>
            <pc:docMk/>
            <pc:sldMk cId="2035251581" sldId="302"/>
            <ac:picMk id="5" creationId="{128CFDB9-0DB8-9026-9C95-DB53DEEA9700}"/>
          </ac:picMkLst>
        </pc:picChg>
      </pc:sldChg>
      <pc:sldChg chg="addSp modSp add mod ord">
        <pc:chgData name="Ishan Malik" userId="75bbfd951af34ddf" providerId="LiveId" clId="{72EBD0DD-2070-4E6C-9DD9-806D8E44FFC7}" dt="2026-10-17T17:00:57.438" v="1749"/>
        <pc:sldMkLst>
          <pc:docMk/>
          <pc:sldMk cId="3947511980" sldId="303"/>
        </pc:sldMkLst>
        <pc:picChg chg="add mod">
          <ac:chgData name="Ishan Malik" userId="75bbfd951af34ddf" providerId="LiveId" clId="{72EBD0DD-2070-4E6C-9DD9-806D8E44FFC7}" dt="2026-10-17T17:00:52.853" v="1747" actId="14100"/>
          <ac:picMkLst>
            <pc:docMk/>
            <pc:sldMk cId="3947511980" sldId="303"/>
            <ac:picMk id="2" creationId="{24E568F6-C3D9-9CD1-27B4-EFE1C303EBE0}"/>
          </ac:picMkLst>
        </pc:picChg>
      </pc:sldChg>
      <pc:sldChg chg="addSp delSp modSp new mod">
        <pc:chgData name="Ishan Malik" userId="75bbfd951af34ddf" providerId="LiveId" clId="{72EBD0DD-2070-4E6C-9DD9-806D8E44FFC7}" dt="2026-10-17T17:22:06.183" v="1773" actId="14100"/>
        <pc:sldMkLst>
          <pc:docMk/>
          <pc:sldMk cId="1223085426" sldId="304"/>
        </pc:sldMkLst>
        <pc:spChg chg="del">
          <ac:chgData name="Ishan Malik" userId="75bbfd951af34ddf" providerId="LiveId" clId="{72EBD0DD-2070-4E6C-9DD9-806D8E44FFC7}" dt="2026-10-17T17:15:29.893" v="1763" actId="478"/>
          <ac:spMkLst>
            <pc:docMk/>
            <pc:sldMk cId="1223085426" sldId="304"/>
            <ac:spMk id="2" creationId="{51D9F909-0C9C-E529-2971-BF8118B8D17A}"/>
          </ac:spMkLst>
        </pc:spChg>
        <pc:spChg chg="del">
          <ac:chgData name="Ishan Malik" userId="75bbfd951af34ddf" providerId="LiveId" clId="{72EBD0DD-2070-4E6C-9DD9-806D8E44FFC7}" dt="2026-10-17T17:15:29.893" v="1763" actId="478"/>
          <ac:spMkLst>
            <pc:docMk/>
            <pc:sldMk cId="1223085426" sldId="304"/>
            <ac:spMk id="3" creationId="{92D4D05F-C9AB-F217-E282-B0E26BD19E76}"/>
          </ac:spMkLst>
        </pc:spChg>
        <pc:picChg chg="add del">
          <ac:chgData name="Ishan Malik" userId="75bbfd951af34ddf" providerId="LiveId" clId="{72EBD0DD-2070-4E6C-9DD9-806D8E44FFC7}" dt="2026-10-17T17:21:57.809" v="1769" actId="478"/>
          <ac:picMkLst>
            <pc:docMk/>
            <pc:sldMk cId="1223085426" sldId="304"/>
            <ac:picMk id="5" creationId="{784EB506-624B-9A3B-39CF-BC6AD42B24D5}"/>
          </ac:picMkLst>
        </pc:picChg>
        <pc:picChg chg="add mod">
          <ac:chgData name="Ishan Malik" userId="75bbfd951af34ddf" providerId="LiveId" clId="{72EBD0DD-2070-4E6C-9DD9-806D8E44FFC7}" dt="2026-10-17T17:22:06.183" v="1773" actId="14100"/>
          <ac:picMkLst>
            <pc:docMk/>
            <pc:sldMk cId="1223085426" sldId="304"/>
            <ac:picMk id="6" creationId="{1B3D854B-B35D-5BED-D85A-FAA4205BC3D5}"/>
          </ac:picMkLst>
        </pc:picChg>
      </pc:sldChg>
      <pc:sldChg chg="modSp add mod modAnim">
        <pc:chgData name="Ishan Malik" userId="75bbfd951af34ddf" providerId="LiveId" clId="{72EBD0DD-2070-4E6C-9DD9-806D8E44FFC7}" dt="2026-10-17T17:28:03.634" v="1842"/>
        <pc:sldMkLst>
          <pc:docMk/>
          <pc:sldMk cId="1672446887" sldId="305"/>
        </pc:sldMkLst>
        <pc:spChg chg="mod">
          <ac:chgData name="Ishan Malik" userId="75bbfd951af34ddf" providerId="LiveId" clId="{72EBD0DD-2070-4E6C-9DD9-806D8E44FFC7}" dt="2026-10-17T17:28:03.121" v="1841" actId="20577"/>
          <ac:spMkLst>
            <pc:docMk/>
            <pc:sldMk cId="1672446887" sldId="305"/>
            <ac:spMk id="7" creationId="{C61BE3E5-75DE-765D-C80F-9DA54643AA54}"/>
          </ac:spMkLst>
        </pc:spChg>
      </pc:sldChg>
      <pc:sldChg chg="modSp add mod modAnim">
        <pc:chgData name="Ishan Malik" userId="75bbfd951af34ddf" providerId="LiveId" clId="{72EBD0DD-2070-4E6C-9DD9-806D8E44FFC7}" dt="2026-10-17T17:28:28.230" v="1851"/>
        <pc:sldMkLst>
          <pc:docMk/>
          <pc:sldMk cId="3949444045" sldId="306"/>
        </pc:sldMkLst>
        <pc:spChg chg="mod">
          <ac:chgData name="Ishan Malik" userId="75bbfd951af34ddf" providerId="LiveId" clId="{72EBD0DD-2070-4E6C-9DD9-806D8E44FFC7}" dt="2026-10-17T17:28:10.540" v="1848" actId="20577"/>
          <ac:spMkLst>
            <pc:docMk/>
            <pc:sldMk cId="3949444045" sldId="306"/>
            <ac:spMk id="7" creationId="{B3E0C312-D1CE-1C46-77A5-F36E51D89251}"/>
          </ac:spMkLst>
        </pc:spChg>
      </pc:sldChg>
      <pc:sldChg chg="modSp add mod modAnim">
        <pc:chgData name="Ishan Malik" userId="75bbfd951af34ddf" providerId="LiveId" clId="{72EBD0DD-2070-4E6C-9DD9-806D8E44FFC7}" dt="2026-10-17T17:29:33.906" v="1875" actId="20577"/>
        <pc:sldMkLst>
          <pc:docMk/>
          <pc:sldMk cId="3907193905" sldId="307"/>
        </pc:sldMkLst>
        <pc:spChg chg="mod">
          <ac:chgData name="Ishan Malik" userId="75bbfd951af34ddf" providerId="LiveId" clId="{72EBD0DD-2070-4E6C-9DD9-806D8E44FFC7}" dt="2026-10-17T17:29:33.906" v="1875" actId="20577"/>
          <ac:spMkLst>
            <pc:docMk/>
            <pc:sldMk cId="3907193905" sldId="307"/>
            <ac:spMk id="7" creationId="{79F6BF65-4E22-DCFA-B861-376FD0A9A389}"/>
          </ac:spMkLst>
        </pc:spChg>
      </pc:sldChg>
      <pc:sldMasterChg chg="setBg modSldLayout">
        <pc:chgData name="Ishan Malik" userId="75bbfd951af34ddf" providerId="LiveId" clId="{72EBD0DD-2070-4E6C-9DD9-806D8E44FFC7}" dt="2026-10-14T10:20:21.400" v="599"/>
        <pc:sldMasterMkLst>
          <pc:docMk/>
          <pc:sldMasterMk cId="2391897416" sldId="2147483734"/>
        </pc:sldMasterMkLst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528853156" sldId="2147483735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783954484" sldId="2147483736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470398456" sldId="2147483737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476949328" sldId="2147483738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026524870" sldId="2147483739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512930578" sldId="2147483740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4005297906" sldId="2147483741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917291925" sldId="2147483742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149615843" sldId="2147483743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104170515" sldId="2147483744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268131318" sldId="2147483745"/>
          </pc:sldLayoutMkLst>
        </pc:sldLayoutChg>
      </pc:sldMasterChg>
      <pc:sldMasterChg chg="del delSldLayout">
        <pc:chgData name="Ishan Malik" userId="75bbfd951af34ddf" providerId="LiveId" clId="{72EBD0DD-2070-4E6C-9DD9-806D8E44FFC7}" dt="2026-10-16T14:06:47.486" v="1133" actId="47"/>
        <pc:sldMasterMkLst>
          <pc:docMk/>
          <pc:sldMasterMk cId="2927335781" sldId="2147483746"/>
        </pc:sldMasterMkLst>
        <pc:sldLayoutChg chg="del">
          <pc:chgData name="Ishan Malik" userId="75bbfd951af34ddf" providerId="LiveId" clId="{72EBD0DD-2070-4E6C-9DD9-806D8E44FFC7}" dt="2026-10-16T14:06:47.486" v="1133" actId="47"/>
          <pc:sldLayoutMkLst>
            <pc:docMk/>
            <pc:sldMasterMk cId="2927335781" sldId="2147483746"/>
            <pc:sldLayoutMk cId="2172948461" sldId="214748374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3DD2-7816-F6FC-3C18-F52F52589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270EB-C8DB-9B4F-1DBA-5925160F4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65586-17EC-3BE2-F404-19EE1ACE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9BF2F-F86F-CFCF-696E-433E85BA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58CE9-585A-55AB-FFFE-F965C739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5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DE2F-F42D-C29A-DCA6-98E264089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9BD66-84CF-1AA6-E91F-01BA376C6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F830-F2BC-7114-38F9-5BA5C1CEC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57E21-96E6-F566-362A-E468261B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0A26-5957-ACAF-9D2E-FB9D1C09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54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4ACD-3626-A3BA-621F-B6DDCA23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A2707-8FA4-F332-0E2B-68CD9DFF3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27F2A-E65C-7C45-845C-5394BA70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90ADB-E9EC-7F92-F443-732E2241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B0EB9-1D31-B55C-F812-733B9358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9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90825-AC13-8B04-7D7C-FAEDA879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173E9-37FD-C274-998A-797758828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8CDA3-7D40-2F1A-D77D-9B134C51A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DE023-1A9B-6B75-DC61-A0B32A646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6E24C-F943-F6E3-2872-76418639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04FC1-1347-D23E-1B86-B2B226DD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4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93B0-9BE8-E535-29E7-DE2D6A7AC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393C5-4129-3376-AEA9-02DE3B6FF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083DE-999D-2A34-E30E-666AE1912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5B64F1-C5E9-DAD9-90FD-4756B96E6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78630-FA36-97C5-30E3-BAD0F51C9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BCFC5-274D-068E-521D-07560C51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C5BB4-AE16-0498-2D6B-0949A019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52246-6E74-C8F8-3FAE-33D0F68A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2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D2BC-F397-98CD-BA79-1D176A06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2046D-E2D7-A192-FD3B-CE046F7A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DB50D-E531-B2BF-CB4A-734C6E80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9491D-E0A2-B43F-511D-C7B4A9F1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3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8C1665-DC68-D1B4-C21B-3004C7FF9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23FF50-F088-7257-D60D-30569284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191CE-AA7B-4295-AE4D-E43C18FD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9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EF5B1-8597-61AB-E76B-CC71B0B6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357C3-6A16-3842-F7CF-42D4D7961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0AC4E-9ED5-FAFA-7865-C5C4300AD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7D588-B438-C2AB-3B07-03D59643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36AC4-53F8-0DB7-51C1-5D77732A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54739-9F1E-D7C9-1977-266B08CA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91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A2EC-F4C3-7D7C-D1E7-15B4BF6E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5AAB95-F84C-BEE8-2409-1A96850F1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DC4C6-3F7C-19A0-A4EF-DC56E9EBD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43F03-AD3C-BE94-406F-A27847FD7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A0DF6-26B2-C2E3-CE13-6CA9067E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A1395-EAC9-3A4A-D40F-4A52A0EF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1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53A7-6633-5D52-9DF2-436A10D6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B8013-B2EC-823E-0150-C1D515666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ADF45-EE13-7F7D-28C5-7EEE48B6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293ED-A544-C2CA-E46C-D879694D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307A3-4C8A-3502-488F-1A8E99F1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7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A5350-F128-9DE0-5458-C7D6EEF53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E8A7B-449E-E1FA-8366-10607D808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3AC17-0A84-1B31-82FD-C7082A78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B4CFF-E0D7-394F-9B35-1B6DAD627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58F16-A8AE-60CA-325D-CB94B84D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3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12005-0CD1-5DBC-00ED-825BF5841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48312-0DD2-9F75-7432-7777ACDFD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55CF5-D5CD-E0BD-7614-D2D359F4C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803CF-5C72-0A74-12D1-4B21642D5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438A3-F345-695C-75C7-DE890850D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974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0EEF-DD89-DC64-D8DD-D71BC18C12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API Security Essentials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06239-3D08-7827-C9F5-6B5D595662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Ishaan Malik</a:t>
            </a:r>
          </a:p>
        </p:txBody>
      </p:sp>
    </p:spTree>
    <p:extLst>
      <p:ext uri="{BB962C8B-B14F-4D97-AF65-F5344CB8AC3E}">
        <p14:creationId xmlns:p14="http://schemas.microsoft.com/office/powerpoint/2010/main" val="75002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0FD740-D0FF-B5D6-556D-2D5CD62C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b="1" dirty="0"/>
              <a:t>API Security Essentials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BBEE7FA-95FB-F9CE-01F4-AD6C722DB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Web API security essentials</a:t>
            </a:r>
            <a:r>
              <a:rPr lang="en-US" dirty="0"/>
              <a:t> center around protecting endpoints from unauthorized access, data leaks, and abuse by securing the application layer. </a:t>
            </a:r>
          </a:p>
          <a:p>
            <a:r>
              <a:rPr lang="en-US" dirty="0"/>
              <a:t>Because APIs expose underlying application logic and data directly, securing them requires moving beyond traditional network perimeters to robust, identity-centric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60033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4FAD7-8475-E40B-9CE0-3DB721A6C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vs Authorization (IAM)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96F40-F07B-27AE-9870-AA0E437CE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core difference lies in verifying </a:t>
            </a:r>
            <a:r>
              <a:rPr lang="en-US" b="1" dirty="0"/>
              <a:t>who you are</a:t>
            </a:r>
            <a:r>
              <a:rPr lang="en-US" dirty="0"/>
              <a:t> (Authentication) or </a:t>
            </a:r>
            <a:r>
              <a:rPr lang="en-US" b="1" dirty="0"/>
              <a:t>what you are allowed to do </a:t>
            </a:r>
            <a:r>
              <a:rPr lang="en-US" dirty="0"/>
              <a:t>(Authorization).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3EF4D9-866F-5725-4787-87AB7048D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41259"/>
              </p:ext>
            </p:extLst>
          </p:nvPr>
        </p:nvGraphicFramePr>
        <p:xfrm>
          <a:off x="838200" y="2740660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518">
                  <a:extLst>
                    <a:ext uri="{9D8B030D-6E8A-4147-A177-3AD203B41FA5}">
                      <a16:colId xmlns:a16="http://schemas.microsoft.com/office/drawing/2014/main" val="2697162080"/>
                    </a:ext>
                  </a:extLst>
                </a:gridCol>
                <a:gridCol w="2934694">
                  <a:extLst>
                    <a:ext uri="{9D8B030D-6E8A-4147-A177-3AD203B41FA5}">
                      <a16:colId xmlns:a16="http://schemas.microsoft.com/office/drawing/2014/main" val="2682522925"/>
                    </a:ext>
                  </a:extLst>
                </a:gridCol>
                <a:gridCol w="2934694">
                  <a:extLst>
                    <a:ext uri="{9D8B030D-6E8A-4147-A177-3AD203B41FA5}">
                      <a16:colId xmlns:a16="http://schemas.microsoft.com/office/drawing/2014/main" val="2884257563"/>
                    </a:ext>
                  </a:extLst>
                </a:gridCol>
                <a:gridCol w="2934694">
                  <a:extLst>
                    <a:ext uri="{9D8B030D-6E8A-4147-A177-3AD203B41FA5}">
                      <a16:colId xmlns:a16="http://schemas.microsoft.com/office/drawing/2014/main" val="3181714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API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071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Verifying the </a:t>
                      </a:r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identity</a:t>
                      </a:r>
                      <a:r>
                        <a:rPr lang="en-US" dirty="0"/>
                        <a:t> of a user or service. Proving you are who you claim to be.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Presenting your </a:t>
                      </a:r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passport</a:t>
                      </a:r>
                      <a:r>
                        <a:rPr lang="en-US" dirty="0"/>
                        <a:t> or ID at an airport checkpoint.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Verifying a username/password, validating a </a:t>
                      </a:r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JWT signature</a:t>
                      </a:r>
                      <a:r>
                        <a:rPr lang="en-US" dirty="0"/>
                        <a:t>, or checking an API Key.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731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Authorization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Verifying the </a:t>
                      </a:r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permissions</a:t>
                      </a:r>
                      <a:r>
                        <a:rPr lang="en-US" dirty="0"/>
                        <a:t> of an authenticated identity. Determining if you have access to a resource.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Looking at your </a:t>
                      </a:r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boarding pass</a:t>
                      </a:r>
                      <a:r>
                        <a:rPr lang="en-US" dirty="0"/>
                        <a:t> to see if you are allowed in First Class or the cockpit.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Checking database permissions, </a:t>
                      </a:r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RBAC</a:t>
                      </a:r>
                      <a:r>
                        <a:rPr lang="en-US" dirty="0"/>
                        <a:t> (Role-Based Access Control), or checking if a user owns a specific resource ID.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556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8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ABF6BA-8889-941A-935C-78E31B23D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" y="0"/>
            <a:ext cx="12190285" cy="686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71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43AA61-FA01-EA49-D688-65527A5EB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"/>
            <a:ext cx="12192000" cy="687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8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C34A088-475E-A776-DFB2-17BCAB68C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45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6194B-1F27-976C-E0B3-93D330CE4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Hashing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669DE-BAC6-0B43-2772-76ACEC02A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user creates an account, an API should never store the password in plaintext. If the database is compromised, every user account becomes vulnerable. </a:t>
            </a:r>
          </a:p>
          <a:p>
            <a:r>
              <a:rPr lang="en-US" dirty="0"/>
              <a:t>Instead, systems use cryptographic hashing to mask the password permanently.</a:t>
            </a:r>
          </a:p>
          <a:p>
            <a:r>
              <a:rPr lang="en-US" dirty="0"/>
              <a:t>A hash is a one-way scramble: you can turn a password into a hash, but you can't turn the hash back into the password.</a:t>
            </a:r>
          </a:p>
        </p:txBody>
      </p:sp>
    </p:spTree>
    <p:extLst>
      <p:ext uri="{BB962C8B-B14F-4D97-AF65-F5344CB8AC3E}">
        <p14:creationId xmlns:p14="http://schemas.microsoft.com/office/powerpoint/2010/main" val="52412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1662D-8B0B-0BB0-3FE5-1EF07F22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Mechanics of Password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C8F61-B2B0-DBFC-7A15-80DEB62EC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One-Way Function: </a:t>
            </a:r>
            <a:r>
              <a:rPr lang="en-US" dirty="0"/>
              <a:t>Hashing transforms a string of text into a unique, fixed-length string of characters (a hash). This mathematical process is mathematically irreversible—you cannot reverse-engineer the hash to find the original password.</a:t>
            </a:r>
          </a:p>
          <a:p>
            <a:r>
              <a:rPr lang="en-US" b="1" dirty="0"/>
              <a:t>Deterministic Output: </a:t>
            </a:r>
            <a:r>
              <a:rPr lang="en-US" dirty="0"/>
              <a:t>The same input will always generate the exact same hash. When a user logs in, the API hashes the incoming password and compares it directly to the stored hash.</a:t>
            </a:r>
          </a:p>
          <a:p>
            <a:r>
              <a:rPr lang="en-US" b="1" dirty="0"/>
              <a:t>The "Salt" Requirement:</a:t>
            </a:r>
            <a:r>
              <a:rPr lang="en-US" dirty="0"/>
              <a:t> If two users use the password Password123!, they would naturally have identical hashes, allowing attackers to crack multiple accounts simultaneously using pre-computed tables (Rainbow Tables). To prevent this, systems append a Salt—a unique, cryptographically random string—to the password before hashing it. This ensures every stored hash remains completely unique, even for identical passwords.</a:t>
            </a:r>
          </a:p>
          <a:p>
            <a:r>
              <a:rPr lang="en-US" b="1" dirty="0"/>
              <a:t>Key Stretching / Cost Factors: </a:t>
            </a:r>
            <a:r>
              <a:rPr lang="en-US" dirty="0"/>
              <a:t>Modern hashing algorithms are intentionally engineered to be slow. This computational lag prevents brute-force automation from guessing millions of password combinations per second.</a:t>
            </a:r>
          </a:p>
        </p:txBody>
      </p:sp>
    </p:spTree>
    <p:extLst>
      <p:ext uri="{BB962C8B-B14F-4D97-AF65-F5344CB8AC3E}">
        <p14:creationId xmlns:p14="http://schemas.microsoft.com/office/powerpoint/2010/main" val="418947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39E72-AB3F-208C-D1C6-D041EBA37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 Token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92EF5-FD71-819B-C48E-C8867CB54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 JWT (JSON Web Token) is a signed string the server hands out after login. The client sends it back on each request. A JWT has three parts separated by dots: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Header: says it's a JWT and which algorithm signed it, for example HMAC SHA-256.</a:t>
            </a:r>
          </a:p>
          <a:p>
            <a:r>
              <a:rPr lang="en-US" dirty="0"/>
              <a:t>Payload: Contains the actual data. E.g. </a:t>
            </a:r>
            <a:r>
              <a:rPr lang="en-US" b="1" dirty="0"/>
              <a:t>Claims</a:t>
            </a:r>
            <a:r>
              <a:rPr lang="en-US" dirty="0"/>
              <a:t> about the user (e.g., </a:t>
            </a:r>
            <a:r>
              <a:rPr lang="en-US" dirty="0" err="1"/>
              <a:t>userId</a:t>
            </a:r>
            <a:r>
              <a:rPr lang="en-US" dirty="0"/>
              <a:t>, roles) along with expiration metadata (exp, </a:t>
            </a:r>
            <a:r>
              <a:rPr lang="en-US" dirty="0" err="1"/>
              <a:t>iat</a:t>
            </a:r>
            <a:r>
              <a:rPr lang="en-US" dirty="0"/>
              <a:t>).</a:t>
            </a:r>
          </a:p>
          <a:p>
            <a:r>
              <a:rPr lang="en-US" dirty="0"/>
              <a:t>Signature: the header and payload signed with a secret key that only the server knows. It stops anyone from changing the token.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C6F0A4-6102-264E-C49B-3CD6DE325FC3}"/>
              </a:ext>
            </a:extLst>
          </p:cNvPr>
          <p:cNvSpPr/>
          <p:nvPr/>
        </p:nvSpPr>
        <p:spPr>
          <a:xfrm>
            <a:off x="3639312" y="2907792"/>
            <a:ext cx="3681984" cy="804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xxxxx.yyyyy.zzzzz</a:t>
            </a:r>
            <a:endParaRPr lang="en-US" sz="2400" dirty="0"/>
          </a:p>
          <a:p>
            <a:pPr algn="ctr"/>
            <a:r>
              <a:rPr lang="en-US" sz="2400" dirty="0" err="1"/>
              <a:t>header.payload.signature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32708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4B24C6-BC1C-00D0-C7F7-70CCCBC0F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096"/>
            <a:ext cx="12192000" cy="6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515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ad-only image view">
            <a:extLst>
              <a:ext uri="{FF2B5EF4-FFF2-40B4-BE49-F238E27FC236}">
                <a16:creationId xmlns:a16="http://schemas.microsoft.com/office/drawing/2014/main" id="{4AAC1CA0-7A16-1283-0AB6-A99BB7FEB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32"/>
            <a:ext cx="12238101" cy="683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11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6FF1AA-D688-4BCB-D218-38BBAB9FA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65"/>
            <a:ext cx="12192000" cy="686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966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D0BD20-0059-1C2C-59A2-9667BC41A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163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CAA0B-8BAA-099B-3A98-2F243E5E3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E568F6-C3D9-9CD1-27B4-EFE1C303E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65"/>
            <a:ext cx="12192000" cy="686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511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7AC0C-E073-5BDB-673F-62E7E9382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666A9-8873-3AEA-87CE-5D860AAB0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OWASP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D386-B59C-4A05-633D-40477D53B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OWASP (Open Worldwide Application Security Project) is a non-profit foundation that works to improve software security through community-led open-source projects, tools, and educational guides.</a:t>
            </a:r>
          </a:p>
          <a:p>
            <a:r>
              <a:rPr lang="en-US" dirty="0"/>
              <a:t>While the general </a:t>
            </a:r>
            <a:r>
              <a:rPr lang="en-US" b="1" dirty="0"/>
              <a:t>OWASP Top 10</a:t>
            </a:r>
            <a:r>
              <a:rPr lang="en-US" dirty="0"/>
              <a:t> focuses broadly on web application risks.</a:t>
            </a:r>
          </a:p>
          <a:p>
            <a:r>
              <a:rPr lang="en-US" dirty="0"/>
              <a:t>OWASP also maintains a dedicated, separate </a:t>
            </a:r>
            <a:r>
              <a:rPr lang="en-US" b="1" dirty="0"/>
              <a:t>OWASP API Security Top 10</a:t>
            </a:r>
            <a:r>
              <a:rPr lang="en-US" dirty="0"/>
              <a:t> tailored specifically to the unique vulnerabilities of APIs.</a:t>
            </a:r>
          </a:p>
        </p:txBody>
      </p:sp>
    </p:spTree>
    <p:extLst>
      <p:ext uri="{BB962C8B-B14F-4D97-AF65-F5344CB8AC3E}">
        <p14:creationId xmlns:p14="http://schemas.microsoft.com/office/powerpoint/2010/main" val="203525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3D854B-B35D-5BED-D85A-FAA4205BC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65"/>
            <a:ext cx="12192000" cy="686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85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1900F-EDE2-DA16-E456-32A4DF763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75B6-677A-7904-745E-C5A7C9D6A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A67794-4A97-9691-63F1-E84A05ABF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Which of the following best describes the fundamental difference between API authentication and authorization?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Authentication determines what resources a user can access, while authorization verifies who the user is.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Authentication and authorization are identical processes in modern microservices architectures.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Authentication verifies the identity of the client or user, whereas authorization determines what actions or resources that verified user is permitted to access.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Authorization always occurs prior to authentication in every stateless REST API request.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C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38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AAC8-891C-024E-0B39-265E96DC8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5C9DE-7988-DAFA-10E8-04B6B35B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1BE3E5-75DE-765D-C80F-9DA54643A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An API client makes a request to a protected endpoint without providing any credentials, such as an Authorization header. Which HTTP status code should the server return, and why?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401 Unauthorized, because the client has not provided valid authentication credentials to identify itself.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403 Forbidden, because the server understands the request but refuses to authorize it regardless of authentication.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405 Method Not Allowed, because the client used an incorrect HTTP verb.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400 Bad Request, because the payload is missing mandatory headers.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A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44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DC0B6-A14D-77EF-FC05-C0296CCF7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A046-1977-5280-1FD8-F49144B2C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E0C312-D1CE-1C46-77A5-F36E51D89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What are the three distinct components that make up a standard JSON Web Token (JWT), separated by dots?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Client ID, Secret, and Token Expiry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Username, Password Hash, and Permissions List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Issuer, Audience, and Signature Algorithm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Header, Payload, and Signature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val="394944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23560-4B7D-EC96-A236-C289596D0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1E79A-2F2F-5692-1D80-CE6ECD7F5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F6BF65-4E22-DCFA-B861-376FD0A9A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How does Cross-Origin Resource Sharing (CORS) primarily protect web applications consuming APIs?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By encrypting the payload in transit between the browser and the API server.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By enforcing browser-level restrictions that allow a server to specify which external domains are permitted to access its resources via scripts.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By blocking SQL injection attempts coming from untrusted domains.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By completely disabling cookies for all cross-site requests.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: B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193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E6698C-308C-3EBE-9BA4-B6B425894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51E0C5-B9CE-51B7-97B9-0376B021DF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70101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1033</TotalTime>
  <Words>950</Words>
  <Application>Microsoft Office PowerPoint</Application>
  <PresentationFormat>Widescreen</PresentationFormat>
  <Paragraphs>79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API Security Essentials</vt:lpstr>
      <vt:lpstr>API Security Essentials</vt:lpstr>
      <vt:lpstr>Authentication vs Authorization (IAM)</vt:lpstr>
      <vt:lpstr>PowerPoint Presentation</vt:lpstr>
      <vt:lpstr>PowerPoint Presentation</vt:lpstr>
      <vt:lpstr>PowerPoint Presentation</vt:lpstr>
      <vt:lpstr>Password Hashing Concepts</vt:lpstr>
      <vt:lpstr>Key Mechanics of Password Hashing</vt:lpstr>
      <vt:lpstr>JWT Token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OWASP</vt:lpstr>
      <vt:lpstr>PowerPoint Presentation</vt:lpstr>
      <vt:lpstr>Quick Quiz</vt:lpstr>
      <vt:lpstr>Quick Quiz</vt:lpstr>
      <vt:lpstr>Quick Quiz</vt:lpstr>
      <vt:lpstr>Quick Quiz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 Malik</dc:creator>
  <cp:lastModifiedBy>Ishan Malik</cp:lastModifiedBy>
  <cp:revision>1</cp:revision>
  <dcterms:created xsi:type="dcterms:W3CDTF">2026-09-21T09:56:51Z</dcterms:created>
  <dcterms:modified xsi:type="dcterms:W3CDTF">2026-10-17T17:29:34Z</dcterms:modified>
</cp:coreProperties>
</file>