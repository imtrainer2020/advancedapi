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82" r:id="rId3"/>
    <p:sldId id="290" r:id="rId4"/>
    <p:sldId id="291" r:id="rId5"/>
    <p:sldId id="292" r:id="rId6"/>
    <p:sldId id="293" r:id="rId7"/>
    <p:sldId id="294" r:id="rId8"/>
    <p:sldId id="295" r:id="rId9"/>
    <p:sldId id="289" r:id="rId10"/>
    <p:sldId id="296" r:id="rId11"/>
    <p:sldId id="297" r:id="rId12"/>
    <p:sldId id="298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0CA00-369C-4CF0-832E-D516E2FDCFB1}" v="38" dt="2026-10-16T14:05:20.536"/>
    <p1510:client id="{CF114106-DED9-4E08-B28B-80A6F54E4739}" v="75" dt="2026-10-17T12:09:32.675"/>
    <p1510:client id="{D2CE244B-C475-474D-A19F-C35C976D6F44}" v="64" dt="2026-10-16T16:22:28.206"/>
    <p1510:client id="{FC3874ED-3498-4114-86F3-6320C11DB221}" v="184" dt="2026-10-16T12:38:51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delSld modSld sldOrd delMainMaster modMainMaster">
      <pc:chgData name="Ishan Malik" userId="75bbfd951af34ddf" providerId="LiveId" clId="{72EBD0DD-2070-4E6C-9DD9-806D8E44FFC7}" dt="2026-10-17T12:09:32.673" v="1518" actId="20577"/>
      <pc:docMkLst>
        <pc:docMk/>
      </pc:docMkLst>
      <pc:sldChg chg="modSp new mod">
        <pc:chgData name="Ishan Malik" userId="75bbfd951af34ddf" providerId="LiveId" clId="{72EBD0DD-2070-4E6C-9DD9-806D8E44FFC7}" dt="2026-10-17T11:02:48.936" v="1364"/>
        <pc:sldMkLst>
          <pc:docMk/>
          <pc:sldMk cId="750024370" sldId="256"/>
        </pc:sldMkLst>
        <pc:spChg chg="mod">
          <ac:chgData name="Ishan Malik" userId="75bbfd951af34ddf" providerId="LiveId" clId="{72EBD0DD-2070-4E6C-9DD9-806D8E44FFC7}" dt="2026-10-17T11:02:48.936" v="1364"/>
          <ac:spMkLst>
            <pc:docMk/>
            <pc:sldMk cId="750024370" sldId="256"/>
            <ac:spMk id="2" creationId="{D46A0EEF-DD89-DC64-D8DD-D71BC18C129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750024370" sldId="256"/>
            <ac:spMk id="3" creationId="{27706239-3D08-7827-C9F5-6B5D595662FE}"/>
          </ac:spMkLst>
        </pc:spChg>
      </pc:sldChg>
      <pc:sldChg chg="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3328909945" sldId="257"/>
        </pc:sldMkLst>
      </pc:sldChg>
      <pc:sldChg chg="addSp delSp modSp new del mod ord">
        <pc:chgData name="Ishan Malik" userId="75bbfd951af34ddf" providerId="LiveId" clId="{72EBD0DD-2070-4E6C-9DD9-806D8E44FFC7}" dt="2026-10-16T12:53:47.763" v="1032" actId="47"/>
        <pc:sldMkLst>
          <pc:docMk/>
          <pc:sldMk cId="276369482" sldId="258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1589194582" sldId="259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4055161058" sldId="260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068444819" sldId="261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1464997959" sldId="262"/>
        </pc:sldMkLst>
      </pc:sldChg>
      <pc:sldChg chg="addSp delSp modSp add del mod">
        <pc:chgData name="Ishan Malik" userId="75bbfd951af34ddf" providerId="LiveId" clId="{72EBD0DD-2070-4E6C-9DD9-806D8E44FFC7}" dt="2026-10-16T12:53:47.763" v="1032" actId="47"/>
        <pc:sldMkLst>
          <pc:docMk/>
          <pc:sldMk cId="2891934033" sldId="263"/>
        </pc:sldMkLst>
      </pc:sldChg>
      <pc:sldChg chg="modSp new del mod ord modAnim">
        <pc:chgData name="Ishan Malik" userId="75bbfd951af34ddf" providerId="LiveId" clId="{72EBD0DD-2070-4E6C-9DD9-806D8E44FFC7}" dt="2026-10-16T12:53:47.763" v="1032" actId="47"/>
        <pc:sldMkLst>
          <pc:docMk/>
          <pc:sldMk cId="1456556091" sldId="264"/>
        </pc:sldMkLst>
      </pc:sldChg>
      <pc:sldChg chg="modSp add del mod ord">
        <pc:chgData name="Ishan Malik" userId="75bbfd951af34ddf" providerId="LiveId" clId="{72EBD0DD-2070-4E6C-9DD9-806D8E44FFC7}" dt="2026-10-16T12:53:47.763" v="1032" actId="47"/>
        <pc:sldMkLst>
          <pc:docMk/>
          <pc:sldMk cId="4145122847" sldId="265"/>
        </pc:sldMkLst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74447625" sldId="266"/>
        </pc:sldMkLst>
      </pc:sldChg>
      <pc:sldChg chg="addSp modSp new del mod modAnim">
        <pc:chgData name="Ishan Malik" userId="75bbfd951af34ddf" providerId="LiveId" clId="{72EBD0DD-2070-4E6C-9DD9-806D8E44FFC7}" dt="2026-10-16T10:55:46.185" v="611" actId="47"/>
        <pc:sldMkLst>
          <pc:docMk/>
          <pc:sldMk cId="1872426190" sldId="267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667251525" sldId="268"/>
        </pc:sldMkLst>
      </pc:sldChg>
      <pc:sldChg chg="addSp delSp modSp new del mod">
        <pc:chgData name="Ishan Malik" userId="75bbfd951af34ddf" providerId="LiveId" clId="{72EBD0DD-2070-4E6C-9DD9-806D8E44FFC7}" dt="2026-10-16T10:55:46.185" v="611" actId="47"/>
        <pc:sldMkLst>
          <pc:docMk/>
          <pc:sldMk cId="1248151220" sldId="268"/>
        </pc:sldMkLst>
      </pc:sldChg>
      <pc:sldChg chg="addSp delSp 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143988488" sldId="269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143664787" sldId="270"/>
        </pc:sldMkLst>
        <pc:spChg chg="mod">
          <ac:chgData name="Ishan Malik" userId="75bbfd951af34ddf" providerId="LiveId" clId="{72EBD0DD-2070-4E6C-9DD9-806D8E44FFC7}" dt="2026-10-16T11:13:31.324" v="613"/>
          <ac:spMkLst>
            <pc:docMk/>
            <pc:sldMk cId="2143664787" sldId="270"/>
            <ac:spMk id="2" creationId="{7214CD31-6AED-2209-D610-E13AB7A61290}"/>
          </ac:spMkLst>
        </pc:spChg>
        <pc:spChg chg="mod">
          <ac:chgData name="Ishan Malik" userId="75bbfd951af34ddf" providerId="LiveId" clId="{72EBD0DD-2070-4E6C-9DD9-806D8E44FFC7}" dt="2026-10-16T11:13:38.085" v="618" actId="20577"/>
          <ac:spMkLst>
            <pc:docMk/>
            <pc:sldMk cId="2143664787" sldId="270"/>
            <ac:spMk id="3" creationId="{E4B6D178-A55D-C898-FCEA-4E41D7E167D8}"/>
          </ac:spMkLst>
        </pc:spChg>
      </pc:sldChg>
      <pc:sldChg chg="modSp add del mod ord modAnim">
        <pc:chgData name="Ishan Malik" userId="75bbfd951af34ddf" providerId="LiveId" clId="{72EBD0DD-2070-4E6C-9DD9-806D8E44FFC7}" dt="2026-10-16T10:55:46.185" v="611" actId="47"/>
        <pc:sldMkLst>
          <pc:docMk/>
          <pc:sldMk cId="3980734832" sldId="270"/>
        </pc:sldMkLst>
      </pc:sldChg>
      <pc:sldChg chg="modSp add del mod modAnim">
        <pc:chgData name="Ishan Malik" userId="75bbfd951af34ddf" providerId="LiveId" clId="{72EBD0DD-2070-4E6C-9DD9-806D8E44FFC7}" dt="2026-10-16T10:55:46.185" v="611" actId="47"/>
        <pc:sldMkLst>
          <pc:docMk/>
          <pc:sldMk cId="2262532472" sldId="271"/>
        </pc:sldMkLst>
      </pc:sldChg>
      <pc:sldChg chg="add del ord">
        <pc:chgData name="Ishan Malik" userId="75bbfd951af34ddf" providerId="LiveId" clId="{72EBD0DD-2070-4E6C-9DD9-806D8E44FFC7}" dt="2026-10-16T14:06:47.486" v="1133" actId="47"/>
        <pc:sldMkLst>
          <pc:docMk/>
          <pc:sldMk cId="3419245707" sldId="271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4214231092" sldId="271"/>
        </pc:sldMkLst>
        <pc:spChg chg="mod">
          <ac:chgData name="Ishan Malik" userId="75bbfd951af34ddf" providerId="LiveId" clId="{72EBD0DD-2070-4E6C-9DD9-806D8E44FFC7}" dt="2026-10-16T11:37:06.699" v="709" actId="20577"/>
          <ac:spMkLst>
            <pc:docMk/>
            <pc:sldMk cId="4214231092" sldId="271"/>
            <ac:spMk id="2" creationId="{A6F2CBEA-2ED9-C6AB-935C-6D62F6882D2A}"/>
          </ac:spMkLst>
        </pc:spChg>
        <pc:spChg chg="add del mod">
          <ac:chgData name="Ishan Malik" userId="75bbfd951af34ddf" providerId="LiveId" clId="{72EBD0DD-2070-4E6C-9DD9-806D8E44FFC7}" dt="2026-10-16T11:31:14.435" v="673"/>
          <ac:spMkLst>
            <pc:docMk/>
            <pc:sldMk cId="4214231092" sldId="271"/>
            <ac:spMk id="3" creationId="{5A40D840-127D-3269-45E9-6E7671FEAB59}"/>
          </ac:spMkLst>
        </pc:spChg>
        <pc:spChg chg="add del mod">
          <ac:chgData name="Ishan Malik" userId="75bbfd951af34ddf" providerId="LiveId" clId="{72EBD0DD-2070-4E6C-9DD9-806D8E44FFC7}" dt="2026-10-16T11:15:36.724" v="643" actId="478"/>
          <ac:spMkLst>
            <pc:docMk/>
            <pc:sldMk cId="4214231092" sldId="271"/>
            <ac:spMk id="6" creationId="{C7A1CFB5-4F1B-4924-893C-1B924DB9E057}"/>
          </ac:spMkLst>
        </pc:spChg>
        <pc:spChg chg="add mod">
          <ac:chgData name="Ishan Malik" userId="75bbfd951af34ddf" providerId="LiveId" clId="{72EBD0DD-2070-4E6C-9DD9-806D8E44FFC7}" dt="2026-10-16T11:34:11.411" v="707" actId="20577"/>
          <ac:spMkLst>
            <pc:docMk/>
            <pc:sldMk cId="4214231092" sldId="271"/>
            <ac:spMk id="10" creationId="{A380734E-1FA0-2743-F02F-68248FD64ABC}"/>
          </ac:spMkLst>
        </pc:spChg>
        <pc:graphicFrameChg chg="add mod">
          <ac:chgData name="Ishan Malik" userId="75bbfd951af34ddf" providerId="LiveId" clId="{72EBD0DD-2070-4E6C-9DD9-806D8E44FFC7}" dt="2026-10-16T11:15:21.972" v="638"/>
          <ac:graphicFrameMkLst>
            <pc:docMk/>
            <pc:sldMk cId="4214231092" sldId="271"/>
            <ac:graphicFrameMk id="4" creationId="{335D0ABA-5C42-EC9A-1A18-835A6F73F655}"/>
          </ac:graphicFrameMkLst>
        </pc:graphicFrameChg>
        <pc:graphicFrameChg chg="add del mod modGraphic">
          <ac:chgData name="Ishan Malik" userId="75bbfd951af34ddf" providerId="LiveId" clId="{72EBD0DD-2070-4E6C-9DD9-806D8E44FFC7}" dt="2026-10-16T11:31:55.329" v="675" actId="478"/>
          <ac:graphicFrameMkLst>
            <pc:docMk/>
            <pc:sldMk cId="4214231092" sldId="271"/>
            <ac:graphicFrameMk id="7" creationId="{1BD6AD8F-03B2-138D-52B5-4B91A7943AC1}"/>
          </ac:graphicFrameMkLst>
        </pc:graphicFrameChg>
        <pc:graphicFrameChg chg="add mod modGraphic">
          <ac:chgData name="Ishan Malik" userId="75bbfd951af34ddf" providerId="LiveId" clId="{72EBD0DD-2070-4E6C-9DD9-806D8E44FFC7}" dt="2026-10-16T11:32:56.061" v="691" actId="1076"/>
          <ac:graphicFrameMkLst>
            <pc:docMk/>
            <pc:sldMk cId="4214231092" sldId="271"/>
            <ac:graphicFrameMk id="8" creationId="{B1793CA8-46DF-BD6D-EA3A-27680A42C492}"/>
          </ac:graphicFrameMkLst>
        </pc:graphicFrameChg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90752612" sldId="272"/>
        </pc:sldMkLst>
        <pc:spChg chg="mod">
          <ac:chgData name="Ishan Malik" userId="75bbfd951af34ddf" providerId="LiveId" clId="{72EBD0DD-2070-4E6C-9DD9-806D8E44FFC7}" dt="2026-10-16T11:37:31.926" v="719" actId="20577"/>
          <ac:spMkLst>
            <pc:docMk/>
            <pc:sldMk cId="690752612" sldId="272"/>
            <ac:spMk id="2" creationId="{F62ED3B3-F9B4-86AE-6E01-087D9D5EAAD8}"/>
          </ac:spMkLst>
        </pc:spChg>
        <pc:spChg chg="mod">
          <ac:chgData name="Ishan Malik" userId="75bbfd951af34ddf" providerId="LiveId" clId="{72EBD0DD-2070-4E6C-9DD9-806D8E44FFC7}" dt="2026-10-16T11:43:11.448" v="765"/>
          <ac:spMkLst>
            <pc:docMk/>
            <pc:sldMk cId="690752612" sldId="272"/>
            <ac:spMk id="3" creationId="{BAF37C19-5045-058F-6EEE-81D421F7E4E1}"/>
          </ac:spMkLst>
        </pc:spChg>
        <pc:spChg chg="add del mod">
          <ac:chgData name="Ishan Malik" userId="75bbfd951af34ddf" providerId="LiveId" clId="{72EBD0DD-2070-4E6C-9DD9-806D8E44FFC7}" dt="2026-10-16T11:44:11.503" v="769" actId="478"/>
          <ac:spMkLst>
            <pc:docMk/>
            <pc:sldMk cId="690752612" sldId="272"/>
            <ac:spMk id="5" creationId="{0D1C75B4-A4AD-801E-AB11-3BCF20D50B21}"/>
          </ac:spMkLst>
        </pc:spChg>
        <pc:spChg chg="add mod">
          <ac:chgData name="Ishan Malik" userId="75bbfd951af34ddf" providerId="LiveId" clId="{72EBD0DD-2070-4E6C-9DD9-806D8E44FFC7}" dt="2026-10-16T11:49:53.520" v="778" actId="6549"/>
          <ac:spMkLst>
            <pc:docMk/>
            <pc:sldMk cId="690752612" sldId="272"/>
            <ac:spMk id="6" creationId="{1A789292-06D8-CF87-1E23-49493BDA6491}"/>
          </ac:spMkLst>
        </pc:spChg>
        <pc:graphicFrameChg chg="add mod modGraphic">
          <ac:chgData name="Ishan Malik" userId="75bbfd951af34ddf" providerId="LiveId" clId="{72EBD0DD-2070-4E6C-9DD9-806D8E44FFC7}" dt="2026-10-16T11:44:51.494" v="774" actId="14100"/>
          <ac:graphicFrameMkLst>
            <pc:docMk/>
            <pc:sldMk cId="690752612" sldId="272"/>
            <ac:graphicFrameMk id="4" creationId="{C0E26319-E2E7-36AD-3D60-37A809D5F7B7}"/>
          </ac:graphicFrameMkLst>
        </pc:graphicFrameChg>
      </pc:sldChg>
      <pc:sldChg chg="addSp delSp modSp add del mod">
        <pc:chgData name="Ishan Malik" userId="75bbfd951af34ddf" providerId="LiveId" clId="{72EBD0DD-2070-4E6C-9DD9-806D8E44FFC7}" dt="2026-10-16T10:55:46.185" v="611" actId="47"/>
        <pc:sldMkLst>
          <pc:docMk/>
          <pc:sldMk cId="3702303451" sldId="272"/>
        </pc:sldMkLst>
      </pc:sldChg>
      <pc:sldChg chg="modSp new del mod">
        <pc:chgData name="Ishan Malik" userId="75bbfd951af34ddf" providerId="LiveId" clId="{72EBD0DD-2070-4E6C-9DD9-806D8E44FFC7}" dt="2026-10-16T10:55:13.891" v="610" actId="47"/>
        <pc:sldMkLst>
          <pc:docMk/>
          <pc:sldMk cId="1394337457" sldId="273"/>
        </pc:sldMkLst>
      </pc:sldChg>
      <pc:sldChg chg="addSp delSp modSp new del mod delAnim modAnim">
        <pc:chgData name="Ishan Malik" userId="75bbfd951af34ddf" providerId="LiveId" clId="{72EBD0DD-2070-4E6C-9DD9-806D8E44FFC7}" dt="2026-10-16T12:53:47.763" v="1032" actId="47"/>
        <pc:sldMkLst>
          <pc:docMk/>
          <pc:sldMk cId="1752313700" sldId="273"/>
        </pc:sldMkLst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2" creationId="{96F0FD57-CDF6-A2D5-962C-42952ECD38F9}"/>
          </ac:spMkLst>
        </pc:spChg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3" creationId="{864166A3-8AFE-0D80-A9D8-4C58EC73A08E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4" creationId="{2CEFA6A8-F1F5-6F0D-8EDF-38499523B2C3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5" creationId="{3C74F469-4AF1-2A54-52C4-E6A5C26E4144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7" creationId="{F198FAF9-E7FF-AFB0-3C84-E34646DEB57B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8" creationId="{7B28F696-99A0-2779-2C8E-96A12642703F}"/>
          </ac:spMkLst>
        </pc:spChg>
        <pc:graphicFrameChg chg="add del mod">
          <ac:chgData name="Ishan Malik" userId="75bbfd951af34ddf" providerId="LiveId" clId="{72EBD0DD-2070-4E6C-9DD9-806D8E44FFC7}" dt="2026-10-16T11:52:20.008" v="781" actId="478"/>
          <ac:graphicFrameMkLst>
            <pc:docMk/>
            <pc:sldMk cId="1752313700" sldId="273"/>
            <ac:graphicFrameMk id="6" creationId="{6ED5A742-C7CA-519F-A13F-9AA34346B7F2}"/>
          </ac:graphicFrameMkLst>
        </pc:graphicFrameChg>
        <pc:graphicFrameChg chg="add mod modGraphic">
          <ac:chgData name="Ishan Malik" userId="75bbfd951af34ddf" providerId="LiveId" clId="{72EBD0DD-2070-4E6C-9DD9-806D8E44FFC7}" dt="2026-10-16T11:52:31.112" v="783" actId="12385"/>
          <ac:graphicFrameMkLst>
            <pc:docMk/>
            <pc:sldMk cId="1752313700" sldId="273"/>
            <ac:graphicFrameMk id="9" creationId="{0A2979EF-51BC-47FD-8032-9A74F3C01162}"/>
          </ac:graphicFrameMkLst>
        </pc:graphicFrame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3004590571" sldId="273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7236008" sldId="274"/>
        </pc:sldMkLst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2" creationId="{5B2F5C2E-4510-8A71-BB14-8166E25FAAC4}"/>
          </ac:spMkLst>
        </pc:spChg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3" creationId="{48180530-292A-92E8-A5E8-893F6B838B3F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4" creationId="{7DC74378-5DC9-08F6-8C60-3A4641BE2D03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5" creationId="{6CB58DFE-1DD1-872E-0E4C-EF3FF7187F69}"/>
          </ac:spMkLst>
        </pc:spChg>
        <pc:graphicFrameChg chg="add mod modGraphic">
          <ac:chgData name="Ishan Malik" userId="75bbfd951af34ddf" providerId="LiveId" clId="{72EBD0DD-2070-4E6C-9DD9-806D8E44FFC7}" dt="2026-10-16T11:53:32.160" v="787" actId="12385"/>
          <ac:graphicFrameMkLst>
            <pc:docMk/>
            <pc:sldMk cId="67236008" sldId="274"/>
            <ac:graphicFrameMk id="6" creationId="{2D3F36B1-2582-2D49-2665-D8660280F441}"/>
          </ac:graphicFrameMkLst>
        </pc:graphicFrame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2354652943" sldId="275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3940422643" sldId="275"/>
        </pc:sldMkLst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2" creationId="{043911CB-D802-651A-EA77-6D28A502818A}"/>
          </ac:spMkLst>
        </pc:spChg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3" creationId="{2EA3EDC2-8FD2-BB0A-2920-D080529319D7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4" creationId="{623245A4-77A8-850F-1FD8-A4CC8637FBB4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5" creationId="{230C0267-7689-D2EA-3021-71037E33ED86}"/>
          </ac:spMkLst>
        </pc:spChg>
        <pc:graphicFrameChg chg="add mod modGraphic">
          <ac:chgData name="Ishan Malik" userId="75bbfd951af34ddf" providerId="LiveId" clId="{72EBD0DD-2070-4E6C-9DD9-806D8E44FFC7}" dt="2026-10-16T11:54:15.696" v="791" actId="12385"/>
          <ac:graphicFrameMkLst>
            <pc:docMk/>
            <pc:sldMk cId="3940422643" sldId="275"/>
            <ac:graphicFrameMk id="6" creationId="{79AFC3FC-AFA9-36EA-4607-C88ADD36F921}"/>
          </ac:graphicFrameMkLst>
        </pc:graphicFrameChg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3995226230" sldId="276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202625963" sldId="277"/>
        </pc:sldMkLst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1166344116" sldId="278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654771116" sldId="278"/>
        </pc:sldMkLst>
      </pc:sldChg>
      <pc:sldChg chg="modSp new del mod addAnim delAnim modAnim">
        <pc:chgData name="Ishan Malik" userId="75bbfd951af34ddf" providerId="LiveId" clId="{72EBD0DD-2070-4E6C-9DD9-806D8E44FFC7}" dt="2026-10-16T12:53:47.763" v="1032" actId="47"/>
        <pc:sldMkLst>
          <pc:docMk/>
          <pc:sldMk cId="2902720412" sldId="279"/>
        </pc:sldMkLst>
        <pc:spChg chg="mod">
          <ac:chgData name="Ishan Malik" userId="75bbfd951af34ddf" providerId="LiveId" clId="{72EBD0DD-2070-4E6C-9DD9-806D8E44FFC7}" dt="2026-10-16T11:59:27.188" v="800"/>
          <ac:spMkLst>
            <pc:docMk/>
            <pc:sldMk cId="2902720412" sldId="279"/>
            <ac:spMk id="2" creationId="{E787F77C-81B8-E21A-0C58-64E2D75392B6}"/>
          </ac:spMkLst>
        </pc:spChg>
        <pc:spChg chg="mod">
          <ac:chgData name="Ishan Malik" userId="75bbfd951af34ddf" providerId="LiveId" clId="{72EBD0DD-2070-4E6C-9DD9-806D8E44FFC7}" dt="2026-10-16T12:03:50.431" v="825"/>
          <ac:spMkLst>
            <pc:docMk/>
            <pc:sldMk cId="2902720412" sldId="279"/>
            <ac:spMk id="3" creationId="{C5F42808-D605-4C4F-1D5A-102759A3330A}"/>
          </ac:spMkLst>
        </pc:spChg>
      </pc:sldChg>
      <pc:sldChg chg="modSp add del mod modAnim">
        <pc:chgData name="Ishan Malik" userId="75bbfd951af34ddf" providerId="LiveId" clId="{72EBD0DD-2070-4E6C-9DD9-806D8E44FFC7}" dt="2026-10-16T14:06:47.486" v="1133" actId="47"/>
        <pc:sldMkLst>
          <pc:docMk/>
          <pc:sldMk cId="3825974804" sldId="279"/>
        </pc:sldMkLst>
        <pc:spChg chg="mod">
          <ac:chgData name="Ishan Malik" userId="75bbfd951af34ddf" providerId="LiveId" clId="{72EBD0DD-2070-4E6C-9DD9-806D8E44FFC7}" dt="2026-10-16T13:59:49.889" v="1111" actId="20577"/>
          <ac:spMkLst>
            <pc:docMk/>
            <pc:sldMk cId="3825974804" sldId="279"/>
            <ac:spMk id="7" creationId="{E942911A-11BF-4CB3-6A32-A82101C0B9F1}"/>
          </ac:spMkLst>
        </pc:spChg>
      </pc:sldChg>
      <pc:sldChg chg="addSp delSp modSp new del mod">
        <pc:chgData name="Ishan Malik" userId="75bbfd951af34ddf" providerId="LiveId" clId="{72EBD0DD-2070-4E6C-9DD9-806D8E44FFC7}" dt="2026-10-16T12:53:47.763" v="1032" actId="47"/>
        <pc:sldMkLst>
          <pc:docMk/>
          <pc:sldMk cId="1578791227" sldId="280"/>
        </pc:sldMkLst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2" creationId="{715A6D95-886E-D964-E49B-D48EF23AE82B}"/>
          </ac:spMkLst>
        </pc:spChg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3" creationId="{97F16AD2-913A-5BCC-E847-E3CF9BF7AF8C}"/>
          </ac:spMkLst>
        </pc:spChg>
        <pc:spChg chg="add del">
          <ac:chgData name="Ishan Malik" userId="75bbfd951af34ddf" providerId="LiveId" clId="{72EBD0DD-2070-4E6C-9DD9-806D8E44FFC7}" dt="2026-10-16T12:05:06.777" v="838" actId="22"/>
          <ac:spMkLst>
            <pc:docMk/>
            <pc:sldMk cId="1578791227" sldId="280"/>
            <ac:spMk id="5" creationId="{027A3329-FFAD-7AB2-70A9-D8FF2B62D3A9}"/>
          </ac:spMkLst>
        </pc:spChg>
        <pc:spChg chg="add del">
          <ac:chgData name="Ishan Malik" userId="75bbfd951af34ddf" providerId="LiveId" clId="{72EBD0DD-2070-4E6C-9DD9-806D8E44FFC7}" dt="2026-10-16T12:05:35.990" v="844" actId="22"/>
          <ac:spMkLst>
            <pc:docMk/>
            <pc:sldMk cId="1578791227" sldId="280"/>
            <ac:spMk id="7" creationId="{0C43FC37-7321-A8CC-E3F1-E38696FDC323}"/>
          </ac:spMkLst>
        </pc:spChg>
        <pc:spChg chg="add del mod">
          <ac:chgData name="Ishan Malik" userId="75bbfd951af34ddf" providerId="LiveId" clId="{72EBD0DD-2070-4E6C-9DD9-806D8E44FFC7}" dt="2026-10-16T12:10:22.382" v="846" actId="478"/>
          <ac:spMkLst>
            <pc:docMk/>
            <pc:sldMk cId="1578791227" sldId="280"/>
            <ac:spMk id="9" creationId="{513F7F84-7D08-43EA-C597-9C13EC6BD681}"/>
          </ac:spMkLst>
        </pc:spChg>
        <pc:picChg chg="add">
          <ac:chgData name="Ishan Malik" userId="75bbfd951af34ddf" providerId="LiveId" clId="{72EBD0DD-2070-4E6C-9DD9-806D8E44FFC7}" dt="2026-10-16T12:10:23.189" v="847" actId="22"/>
          <ac:picMkLst>
            <pc:docMk/>
            <pc:sldMk cId="1578791227" sldId="280"/>
            <ac:picMk id="11" creationId="{CEE25D99-E561-77E1-7108-D5292D2277EE}"/>
          </ac:picMkLst>
        </pc:picChg>
      </pc:sldChg>
      <pc:sldChg chg="modSp add del">
        <pc:chgData name="Ishan Malik" userId="75bbfd951af34ddf" providerId="LiveId" clId="{72EBD0DD-2070-4E6C-9DD9-806D8E44FFC7}" dt="2026-10-16T14:06:47.486" v="1133" actId="47"/>
        <pc:sldMkLst>
          <pc:docMk/>
          <pc:sldMk cId="2475668265" sldId="280"/>
        </pc:sldMkLst>
        <pc:spChg chg="mod">
          <ac:chgData name="Ishan Malik" userId="75bbfd951af34ddf" providerId="LiveId" clId="{72EBD0DD-2070-4E6C-9DD9-806D8E44FFC7}" dt="2026-10-16T13:54:30.584" v="1083" actId="313"/>
          <ac:spMkLst>
            <pc:docMk/>
            <pc:sldMk cId="2475668265" sldId="280"/>
            <ac:spMk id="7" creationId="{FDAC2107-5E8A-E041-EE8C-E0E968DEE3DF}"/>
          </ac:spMkLst>
        </pc:spChg>
      </pc:sldChg>
      <pc:sldChg chg="addSp delSp modSp new mod ord modClrScheme chgLayout">
        <pc:chgData name="Ishan Malik" userId="75bbfd951af34ddf" providerId="LiveId" clId="{72EBD0DD-2070-4E6C-9DD9-806D8E44FFC7}" dt="2026-10-16T13:54:07.444" v="1082"/>
        <pc:sldMkLst>
          <pc:docMk/>
          <pc:sldMk cId="701013432" sldId="281"/>
        </pc:sldMkLst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2" creationId="{E08F3F99-FE98-E30D-9505-609ABD68B342}"/>
          </ac:spMkLst>
        </pc:spChg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3" creationId="{BB636E8B-2E1C-0A70-3397-B934A91C16D8}"/>
          </ac:spMkLst>
        </pc:spChg>
        <pc:spChg chg="add mod ord">
          <ac:chgData name="Ishan Malik" userId="75bbfd951af34ddf" providerId="LiveId" clId="{72EBD0DD-2070-4E6C-9DD9-806D8E44FFC7}" dt="2026-10-16T12:39:07.854" v="1024" actId="20577"/>
          <ac:spMkLst>
            <pc:docMk/>
            <pc:sldMk cId="701013432" sldId="281"/>
            <ac:spMk id="4" creationId="{56E6698C-308C-3EBE-9BA4-B6B425894670}"/>
          </ac:spMkLst>
        </pc:spChg>
        <pc:spChg chg="add mod ord">
          <ac:chgData name="Ishan Malik" userId="75bbfd951af34ddf" providerId="LiveId" clId="{72EBD0DD-2070-4E6C-9DD9-806D8E44FFC7}" dt="2026-10-16T12:39:11.933" v="1031" actId="20577"/>
          <ac:spMkLst>
            <pc:docMk/>
            <pc:sldMk cId="701013432" sldId="281"/>
            <ac:spMk id="5" creationId="{D651E0C5-B9CE-51B7-97B9-0376B021DFEF}"/>
          </ac:spMkLst>
        </pc:spChg>
      </pc:sldChg>
      <pc:sldChg chg="addSp delSp modSp new mod modAnim">
        <pc:chgData name="Ishan Malik" userId="75bbfd951af34ddf" providerId="LiveId" clId="{72EBD0DD-2070-4E6C-9DD9-806D8E44FFC7}" dt="2026-10-17T11:09:27.449" v="1381"/>
        <pc:sldMkLst>
          <pc:docMk/>
          <pc:sldMk cId="1600338391" sldId="282"/>
        </pc:sldMkLst>
        <pc:spChg chg="del mod">
          <ac:chgData name="Ishan Malik" userId="75bbfd951af34ddf" providerId="LiveId" clId="{72EBD0DD-2070-4E6C-9DD9-806D8E44FFC7}" dt="2026-10-16T14:38:50.827" v="1154" actId="478"/>
          <ac:spMkLst>
            <pc:docMk/>
            <pc:sldMk cId="1600338391" sldId="282"/>
            <ac:spMk id="2" creationId="{DD241D78-B681-5297-1379-4F8ABBC1F479}"/>
          </ac:spMkLst>
        </pc:spChg>
        <pc:spChg chg="del mod">
          <ac:chgData name="Ishan Malik" userId="75bbfd951af34ddf" providerId="LiveId" clId="{72EBD0DD-2070-4E6C-9DD9-806D8E44FFC7}" dt="2026-10-16T14:38:50.827" v="1154" actId="478"/>
          <ac:spMkLst>
            <pc:docMk/>
            <pc:sldMk cId="1600338391" sldId="282"/>
            <ac:spMk id="3" creationId="{EC555074-B97A-EE11-1E49-9020A1CF7224}"/>
          </ac:spMkLst>
        </pc:spChg>
        <pc:spChg chg="add mod">
          <ac:chgData name="Ishan Malik" userId="75bbfd951af34ddf" providerId="LiveId" clId="{72EBD0DD-2070-4E6C-9DD9-806D8E44FFC7}" dt="2026-10-17T11:02:52.602" v="1365"/>
          <ac:spMkLst>
            <pc:docMk/>
            <pc:sldMk cId="1600338391" sldId="282"/>
            <ac:spMk id="5" creationId="{670FD740-D0FF-B5D6-556D-2D5CD62C2D11}"/>
          </ac:spMkLst>
        </pc:spChg>
        <pc:spChg chg="add mod">
          <ac:chgData name="Ishan Malik" userId="75bbfd951af34ddf" providerId="LiveId" clId="{72EBD0DD-2070-4E6C-9DD9-806D8E44FFC7}" dt="2026-10-17T11:09:10.026" v="1380" actId="6549"/>
          <ac:spMkLst>
            <pc:docMk/>
            <pc:sldMk cId="1600338391" sldId="282"/>
            <ac:spMk id="7" creationId="{BBBEE7FA-95FB-F9CE-01F4-AD6C722DB358}"/>
          </ac:spMkLst>
        </pc:spChg>
      </pc:sldChg>
      <pc:sldChg chg="modSp add del mod ord modAnim">
        <pc:chgData name="Ishan Malik" userId="75bbfd951af34ddf" providerId="LiveId" clId="{72EBD0DD-2070-4E6C-9DD9-806D8E44FFC7}" dt="2026-10-16T12:53:47.763" v="1032" actId="47"/>
        <pc:sldMkLst>
          <pc:docMk/>
          <pc:sldMk cId="2760807178" sldId="282"/>
        </pc:sldMkLst>
        <pc:spChg chg="mod">
          <ac:chgData name="Ishan Malik" userId="75bbfd951af34ddf" providerId="LiveId" clId="{72EBD0DD-2070-4E6C-9DD9-806D8E44FFC7}" dt="2026-10-16T12:32:34.646" v="899" actId="5793"/>
          <ac:spMkLst>
            <pc:docMk/>
            <pc:sldMk cId="2760807178" sldId="282"/>
            <ac:spMk id="7" creationId="{EF70DD05-BB78-6DE6-E3C1-50420AF6E7CA}"/>
          </ac:spMkLst>
        </pc:spChg>
      </pc:sldChg>
      <pc:sldChg chg="modSp new del mod">
        <pc:chgData name="Ishan Malik" userId="75bbfd951af34ddf" providerId="LiveId" clId="{72EBD0DD-2070-4E6C-9DD9-806D8E44FFC7}" dt="2026-10-16T14:06:47.486" v="1133" actId="47"/>
        <pc:sldMkLst>
          <pc:docMk/>
          <pc:sldMk cId="2345897597" sldId="283"/>
        </pc:sldMkLst>
        <pc:spChg chg="mod">
          <ac:chgData name="Ishan Malik" userId="75bbfd951af34ddf" providerId="LiveId" clId="{72EBD0DD-2070-4E6C-9DD9-806D8E44FFC7}" dt="2026-10-16T12:56:56.286" v="1057"/>
          <ac:spMkLst>
            <pc:docMk/>
            <pc:sldMk cId="2345897597" sldId="283"/>
            <ac:spMk id="2" creationId="{10F351B3-B9E4-33B5-FC82-F8BEC766FE9E}"/>
          </ac:spMkLst>
        </pc:spChg>
        <pc:spChg chg="mod">
          <ac:chgData name="Ishan Malik" userId="75bbfd951af34ddf" providerId="LiveId" clId="{72EBD0DD-2070-4E6C-9DD9-806D8E44FFC7}" dt="2026-10-16T12:57:07.268" v="1060" actId="20577"/>
          <ac:spMkLst>
            <pc:docMk/>
            <pc:sldMk cId="2345897597" sldId="283"/>
            <ac:spMk id="3" creationId="{220C6945-50B5-AD24-BA8A-DCDB2BF1163F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499653622" sldId="283"/>
        </pc:sldMkLst>
        <pc:spChg chg="mod">
          <ac:chgData name="Ishan Malik" userId="75bbfd951af34ddf" providerId="LiveId" clId="{72EBD0DD-2070-4E6C-9DD9-806D8E44FFC7}" dt="2026-10-16T12:35:54.472" v="976" actId="20577"/>
          <ac:spMkLst>
            <pc:docMk/>
            <pc:sldMk cId="2499653622" sldId="283"/>
            <ac:spMk id="7" creationId="{98716BF6-807D-9169-4485-7D96C1DE2F5E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834533051" sldId="284"/>
        </pc:sldMkLst>
        <pc:spChg chg="mod">
          <ac:chgData name="Ishan Malik" userId="75bbfd951af34ddf" providerId="LiveId" clId="{72EBD0DD-2070-4E6C-9DD9-806D8E44FFC7}" dt="2026-10-16T12:38:51.858" v="1020" actId="20577"/>
          <ac:spMkLst>
            <pc:docMk/>
            <pc:sldMk cId="834533051" sldId="284"/>
            <ac:spMk id="7" creationId="{412BFBDB-9302-B879-049A-24882391314C}"/>
          </ac:spMkLst>
        </pc:spChg>
      </pc:sldChg>
      <pc:sldChg chg="addSp delSp new del mod ord">
        <pc:chgData name="Ishan Malik" userId="75bbfd951af34ddf" providerId="LiveId" clId="{72EBD0DD-2070-4E6C-9DD9-806D8E44FFC7}" dt="2026-10-16T14:06:47.486" v="1133" actId="47"/>
        <pc:sldMkLst>
          <pc:docMk/>
          <pc:sldMk cId="1560119285" sldId="284"/>
        </pc:sldMkLst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2" creationId="{B3533D23-F895-3BEB-DF33-E841749FDCF0}"/>
          </ac:spMkLst>
        </pc:spChg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3" creationId="{71B78E5E-A4D3-4349-42CF-49C9DE9EEFA4}"/>
          </ac:spMkLst>
        </pc:spChg>
        <pc:picChg chg="add">
          <ac:chgData name="Ishan Malik" userId="75bbfd951af34ddf" providerId="LiveId" clId="{72EBD0DD-2070-4E6C-9DD9-806D8E44FFC7}" dt="2026-10-16T13:02:12.663" v="1063" actId="22"/>
          <ac:picMkLst>
            <pc:docMk/>
            <pc:sldMk cId="1560119285" sldId="284"/>
            <ac:picMk id="5" creationId="{B7D4E983-A4AA-A71F-36D9-A35B1D8CBD42}"/>
          </ac:picMkLst>
        </pc:picChg>
      </pc:sldChg>
      <pc:sldChg chg="addSp delSp new del mod">
        <pc:chgData name="Ishan Malik" userId="75bbfd951af34ddf" providerId="LiveId" clId="{72EBD0DD-2070-4E6C-9DD9-806D8E44FFC7}" dt="2026-10-16T14:06:47.486" v="1133" actId="47"/>
        <pc:sldMkLst>
          <pc:docMk/>
          <pc:sldMk cId="3647402137" sldId="285"/>
        </pc:sldMkLst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2" creationId="{749529CB-5C47-E2E3-1E11-BD40FA1E908E}"/>
          </ac:spMkLst>
        </pc:spChg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3" creationId="{59EAC0F3-1252-E882-C717-5B3212ECC433}"/>
          </ac:spMkLst>
        </pc:spChg>
        <pc:picChg chg="add">
          <ac:chgData name="Ishan Malik" userId="75bbfd951af34ddf" providerId="LiveId" clId="{72EBD0DD-2070-4E6C-9DD9-806D8E44FFC7}" dt="2026-10-16T13:02:28.708" v="1066" actId="22"/>
          <ac:picMkLst>
            <pc:docMk/>
            <pc:sldMk cId="3647402137" sldId="285"/>
            <ac:picMk id="5" creationId="{8D87AD78-E8BD-17E2-62F8-B95FB77A37DE}"/>
          </ac:picMkLst>
        </pc:picChg>
      </pc:sldChg>
      <pc:sldChg chg="addSp delSp new del mod">
        <pc:chgData name="Ishan Malik" userId="75bbfd951af34ddf" providerId="LiveId" clId="{72EBD0DD-2070-4E6C-9DD9-806D8E44FFC7}" dt="2026-10-16T14:06:47.486" v="1133" actId="47"/>
        <pc:sldMkLst>
          <pc:docMk/>
          <pc:sldMk cId="1372197351" sldId="286"/>
        </pc:sldMkLst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2" creationId="{0992841B-C939-4170-2ECB-DAFD71616D0C}"/>
          </ac:spMkLst>
        </pc:spChg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3" creationId="{59694460-ADB9-63C1-1D2A-83A55FF7C3F6}"/>
          </ac:spMkLst>
        </pc:spChg>
        <pc:picChg chg="add">
          <ac:chgData name="Ishan Malik" userId="75bbfd951af34ddf" providerId="LiveId" clId="{72EBD0DD-2070-4E6C-9DD9-806D8E44FFC7}" dt="2026-10-16T13:11:08.313" v="1069" actId="22"/>
          <ac:picMkLst>
            <pc:docMk/>
            <pc:sldMk cId="1372197351" sldId="286"/>
            <ac:picMk id="5" creationId="{1C0C409E-1867-8AAE-CD7A-0A8CD0A41B41}"/>
          </ac:picMkLst>
        </pc:picChg>
      </pc:sldChg>
      <pc:sldChg chg="addSp delSp new del mod ord">
        <pc:chgData name="Ishan Malik" userId="75bbfd951af34ddf" providerId="LiveId" clId="{72EBD0DD-2070-4E6C-9DD9-806D8E44FFC7}" dt="2026-10-16T14:06:47.486" v="1133" actId="47"/>
        <pc:sldMkLst>
          <pc:docMk/>
          <pc:sldMk cId="2881740866" sldId="287"/>
        </pc:sldMkLst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2" creationId="{3099D7B1-6B93-DEE2-456A-111352668135}"/>
          </ac:spMkLst>
        </pc:spChg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3" creationId="{43181B6A-CACA-22FD-71B9-BEBEF48FBD1C}"/>
          </ac:spMkLst>
        </pc:spChg>
        <pc:picChg chg="add">
          <ac:chgData name="Ishan Malik" userId="75bbfd951af34ddf" providerId="LiveId" clId="{72EBD0DD-2070-4E6C-9DD9-806D8E44FFC7}" dt="2026-10-16T13:40:18.300" v="1072" actId="22"/>
          <ac:picMkLst>
            <pc:docMk/>
            <pc:sldMk cId="2881740866" sldId="287"/>
            <ac:picMk id="5" creationId="{D55AEC98-B707-E6FE-FD6E-037258750720}"/>
          </ac:picMkLst>
        </pc:pic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946037357" sldId="288"/>
        </pc:sldMkLst>
      </pc:sldChg>
      <pc:sldChg chg="modSp add mod modAnim">
        <pc:chgData name="Ishan Malik" userId="75bbfd951af34ddf" providerId="LiveId" clId="{72EBD0DD-2070-4E6C-9DD9-806D8E44FFC7}" dt="2026-10-17T12:05:42.196" v="1459" actId="20577"/>
        <pc:sldMkLst>
          <pc:docMk/>
          <pc:sldMk cId="2404380979" sldId="289"/>
        </pc:sldMkLst>
        <pc:spChg chg="mod">
          <ac:chgData name="Ishan Malik" userId="75bbfd951af34ddf" providerId="LiveId" clId="{72EBD0DD-2070-4E6C-9DD9-806D8E44FFC7}" dt="2026-10-17T12:05:42.196" v="1459" actId="20577"/>
          <ac:spMkLst>
            <pc:docMk/>
            <pc:sldMk cId="2404380979" sldId="289"/>
            <ac:spMk id="7" creationId="{F3A67794-4A97-9691-63F1-E84A05ABF576}"/>
          </ac:spMkLst>
        </pc:spChg>
      </pc:sldChg>
      <pc:sldChg chg="modSp new mod ord modAnim">
        <pc:chgData name="Ishan Malik" userId="75bbfd951af34ddf" providerId="LiveId" clId="{72EBD0DD-2070-4E6C-9DD9-806D8E44FFC7}" dt="2026-10-17T11:29:34.358" v="1404"/>
        <pc:sldMkLst>
          <pc:docMk/>
          <pc:sldMk cId="2666810528" sldId="290"/>
        </pc:sldMkLst>
        <pc:spChg chg="mod">
          <ac:chgData name="Ishan Malik" userId="75bbfd951af34ddf" providerId="LiveId" clId="{72EBD0DD-2070-4E6C-9DD9-806D8E44FFC7}" dt="2026-10-17T11:12:49.204" v="1385" actId="20577"/>
          <ac:spMkLst>
            <pc:docMk/>
            <pc:sldMk cId="2666810528" sldId="290"/>
            <ac:spMk id="2" creationId="{E170CB8C-E489-CB7A-3C30-3088DD90602D}"/>
          </ac:spMkLst>
        </pc:spChg>
        <pc:spChg chg="mod">
          <ac:chgData name="Ishan Malik" userId="75bbfd951af34ddf" providerId="LiveId" clId="{72EBD0DD-2070-4E6C-9DD9-806D8E44FFC7}" dt="2026-10-17T11:13:25.559" v="1390" actId="5793"/>
          <ac:spMkLst>
            <pc:docMk/>
            <pc:sldMk cId="2666810528" sldId="290"/>
            <ac:spMk id="3" creationId="{8444371C-C2FD-C2C1-36D5-597D844ACF6C}"/>
          </ac:spMkLst>
        </pc:spChg>
      </pc:sldChg>
      <pc:sldChg chg="addSp delSp new del mod">
        <pc:chgData name="Ishan Malik" userId="75bbfd951af34ddf" providerId="LiveId" clId="{72EBD0DD-2070-4E6C-9DD9-806D8E44FFC7}" dt="2026-10-17T03:43:45.946" v="1362" actId="47"/>
        <pc:sldMkLst>
          <pc:docMk/>
          <pc:sldMk cId="3209596444" sldId="290"/>
        </pc:sldMkLst>
        <pc:spChg chg="del">
          <ac:chgData name="Ishan Malik" userId="75bbfd951af34ddf" providerId="LiveId" clId="{72EBD0DD-2070-4E6C-9DD9-806D8E44FFC7}" dt="2026-10-16T15:16:47.223" v="1181" actId="478"/>
          <ac:spMkLst>
            <pc:docMk/>
            <pc:sldMk cId="3209596444" sldId="290"/>
            <ac:spMk id="2" creationId="{DAAD2DD4-3C28-8C50-36C4-6DE00D112E22}"/>
          </ac:spMkLst>
        </pc:spChg>
        <pc:spChg chg="del">
          <ac:chgData name="Ishan Malik" userId="75bbfd951af34ddf" providerId="LiveId" clId="{72EBD0DD-2070-4E6C-9DD9-806D8E44FFC7}" dt="2026-10-16T15:16:47.223" v="1181" actId="478"/>
          <ac:spMkLst>
            <pc:docMk/>
            <pc:sldMk cId="3209596444" sldId="290"/>
            <ac:spMk id="3" creationId="{7DC59C13-4E2C-6230-9122-D14458BB103C}"/>
          </ac:spMkLst>
        </pc:spChg>
        <pc:picChg chg="add">
          <ac:chgData name="Ishan Malik" userId="75bbfd951af34ddf" providerId="LiveId" clId="{72EBD0DD-2070-4E6C-9DD9-806D8E44FFC7}" dt="2026-10-16T15:16:48.015" v="1182" actId="22"/>
          <ac:picMkLst>
            <pc:docMk/>
            <pc:sldMk cId="3209596444" sldId="290"/>
            <ac:picMk id="5" creationId="{84B3CD50-4E2B-1625-2B8D-4615A68121E6}"/>
          </ac:picMkLst>
        </pc:picChg>
      </pc:sldChg>
      <pc:sldChg chg="addSp modSp new del mod modAnim">
        <pc:chgData name="Ishan Malik" userId="75bbfd951af34ddf" providerId="LiveId" clId="{72EBD0DD-2070-4E6C-9DD9-806D8E44FFC7}" dt="2026-10-17T03:43:45.946" v="1362" actId="47"/>
        <pc:sldMkLst>
          <pc:docMk/>
          <pc:sldMk cId="308682377" sldId="291"/>
        </pc:sldMkLst>
        <pc:spChg chg="mod">
          <ac:chgData name="Ishan Malik" userId="75bbfd951af34ddf" providerId="LiveId" clId="{72EBD0DD-2070-4E6C-9DD9-806D8E44FFC7}" dt="2026-10-16T15:26:39.382" v="1184"/>
          <ac:spMkLst>
            <pc:docMk/>
            <pc:sldMk cId="308682377" sldId="291"/>
            <ac:spMk id="2" creationId="{94E4AD8E-FDFB-59F9-9414-904E3C5C3E0A}"/>
          </ac:spMkLst>
        </pc:spChg>
        <pc:spChg chg="mod">
          <ac:chgData name="Ishan Malik" userId="75bbfd951af34ddf" providerId="LiveId" clId="{72EBD0DD-2070-4E6C-9DD9-806D8E44FFC7}" dt="2026-10-16T15:28:55.046" v="1223"/>
          <ac:spMkLst>
            <pc:docMk/>
            <pc:sldMk cId="308682377" sldId="291"/>
            <ac:spMk id="3" creationId="{604B4915-95FA-DD13-3F0C-010E66D28909}"/>
          </ac:spMkLst>
        </pc:spChg>
        <pc:spChg chg="add mod">
          <ac:chgData name="Ishan Malik" userId="75bbfd951af34ddf" providerId="LiveId" clId="{72EBD0DD-2070-4E6C-9DD9-806D8E44FFC7}" dt="2026-10-16T15:30:52.695" v="1248" actId="1076"/>
          <ac:spMkLst>
            <pc:docMk/>
            <pc:sldMk cId="308682377" sldId="291"/>
            <ac:spMk id="4" creationId="{F8B656AA-7F69-CFD3-142A-535FE1CF6954}"/>
          </ac:spMkLst>
        </pc:spChg>
        <pc:spChg chg="add mod">
          <ac:chgData name="Ishan Malik" userId="75bbfd951af34ddf" providerId="LiveId" clId="{72EBD0DD-2070-4E6C-9DD9-806D8E44FFC7}" dt="2026-10-16T15:31:24.819" v="1257" actId="1076"/>
          <ac:spMkLst>
            <pc:docMk/>
            <pc:sldMk cId="308682377" sldId="291"/>
            <ac:spMk id="5" creationId="{A3376280-1090-5C5C-96A6-A8734108D457}"/>
          </ac:spMkLst>
        </pc:spChg>
      </pc:sldChg>
      <pc:sldChg chg="addSp delSp modSp new mod">
        <pc:chgData name="Ishan Malik" userId="75bbfd951af34ddf" providerId="LiveId" clId="{72EBD0DD-2070-4E6C-9DD9-806D8E44FFC7}" dt="2026-10-17T11:23:21.776" v="1396" actId="14100"/>
        <pc:sldMkLst>
          <pc:docMk/>
          <pc:sldMk cId="3674566498" sldId="291"/>
        </pc:sldMkLst>
        <pc:spChg chg="del">
          <ac:chgData name="Ishan Malik" userId="75bbfd951af34ddf" providerId="LiveId" clId="{72EBD0DD-2070-4E6C-9DD9-806D8E44FFC7}" dt="2026-10-17T11:23:05.795" v="1392" actId="478"/>
          <ac:spMkLst>
            <pc:docMk/>
            <pc:sldMk cId="3674566498" sldId="291"/>
            <ac:spMk id="2" creationId="{8D734D1C-0A9A-F67B-09F9-67889AE1D109}"/>
          </ac:spMkLst>
        </pc:spChg>
        <pc:spChg chg="del">
          <ac:chgData name="Ishan Malik" userId="75bbfd951af34ddf" providerId="LiveId" clId="{72EBD0DD-2070-4E6C-9DD9-806D8E44FFC7}" dt="2026-10-17T11:23:05.795" v="1392" actId="478"/>
          <ac:spMkLst>
            <pc:docMk/>
            <pc:sldMk cId="3674566498" sldId="291"/>
            <ac:spMk id="3" creationId="{BA6A4D79-450C-A009-D6D3-F6AE91C74C0E}"/>
          </ac:spMkLst>
        </pc:spChg>
        <pc:picChg chg="add mod">
          <ac:chgData name="Ishan Malik" userId="75bbfd951af34ddf" providerId="LiveId" clId="{72EBD0DD-2070-4E6C-9DD9-806D8E44FFC7}" dt="2026-10-17T11:23:21.776" v="1396" actId="14100"/>
          <ac:picMkLst>
            <pc:docMk/>
            <pc:sldMk cId="3674566498" sldId="291"/>
            <ac:picMk id="4" creationId="{D3E22EDF-B050-486E-C4D9-C92016535B6C}"/>
          </ac:picMkLst>
        </pc:picChg>
      </pc:sldChg>
      <pc:sldChg chg="modSp new mod modAnim">
        <pc:chgData name="Ishan Malik" userId="75bbfd951af34ddf" providerId="LiveId" clId="{72EBD0DD-2070-4E6C-9DD9-806D8E44FFC7}" dt="2026-10-17T11:30:03.842" v="1406"/>
        <pc:sldMkLst>
          <pc:docMk/>
          <pc:sldMk cId="1669845754" sldId="292"/>
        </pc:sldMkLst>
        <pc:spChg chg="mod">
          <ac:chgData name="Ishan Malik" userId="75bbfd951af34ddf" providerId="LiveId" clId="{72EBD0DD-2070-4E6C-9DD9-806D8E44FFC7}" dt="2026-10-17T11:29:06.860" v="1399" actId="20577"/>
          <ac:spMkLst>
            <pc:docMk/>
            <pc:sldMk cId="1669845754" sldId="292"/>
            <ac:spMk id="2" creationId="{EC4C72CA-34A7-4111-31EA-57111CEA9681}"/>
          </ac:spMkLst>
        </pc:spChg>
        <pc:spChg chg="mod">
          <ac:chgData name="Ishan Malik" userId="75bbfd951af34ddf" providerId="LiveId" clId="{72EBD0DD-2070-4E6C-9DD9-806D8E44FFC7}" dt="2026-10-17T11:29:24.458" v="1402" actId="5793"/>
          <ac:spMkLst>
            <pc:docMk/>
            <pc:sldMk cId="1669845754" sldId="292"/>
            <ac:spMk id="3" creationId="{02E423CF-38A0-9E30-1B88-BFB0924D49B4}"/>
          </ac:spMkLst>
        </pc:spChg>
      </pc:sldChg>
      <pc:sldChg chg="addSp delSp modSp add del mod delAnim modAnim">
        <pc:chgData name="Ishan Malik" userId="75bbfd951af34ddf" providerId="LiveId" clId="{72EBD0DD-2070-4E6C-9DD9-806D8E44FFC7}" dt="2026-10-17T03:43:45.946" v="1362" actId="47"/>
        <pc:sldMkLst>
          <pc:docMk/>
          <pc:sldMk cId="1992385909" sldId="292"/>
        </pc:sldMkLst>
        <pc:spChg chg="mod">
          <ac:chgData name="Ishan Malik" userId="75bbfd951af34ddf" providerId="LiveId" clId="{72EBD0DD-2070-4E6C-9DD9-806D8E44FFC7}" dt="2026-10-16T15:32:39.512" v="1269" actId="20577"/>
          <ac:spMkLst>
            <pc:docMk/>
            <pc:sldMk cId="1992385909" sldId="292"/>
            <ac:spMk id="3" creationId="{01BCE78D-EB6A-AAD2-3472-45388A4F7EA2}"/>
          </ac:spMkLst>
        </pc:spChg>
        <pc:spChg chg="del">
          <ac:chgData name="Ishan Malik" userId="75bbfd951af34ddf" providerId="LiveId" clId="{72EBD0DD-2070-4E6C-9DD9-806D8E44FFC7}" dt="2026-10-16T15:32:19.832" v="1265" actId="478"/>
          <ac:spMkLst>
            <pc:docMk/>
            <pc:sldMk cId="1992385909" sldId="292"/>
            <ac:spMk id="4" creationId="{2F0BCB73-B940-FBC2-907B-29A23E9DE574}"/>
          </ac:spMkLst>
        </pc:spChg>
        <pc:spChg chg="add del mod">
          <ac:chgData name="Ishan Malik" userId="75bbfd951af34ddf" providerId="LiveId" clId="{72EBD0DD-2070-4E6C-9DD9-806D8E44FFC7}" dt="2026-10-16T15:33:00.115" v="1272" actId="478"/>
          <ac:spMkLst>
            <pc:docMk/>
            <pc:sldMk cId="1992385909" sldId="292"/>
            <ac:spMk id="5" creationId="{5813B278-F6E2-C067-DB57-9BCEC41AB66E}"/>
          </ac:spMkLst>
        </pc:spChg>
        <pc:spChg chg="add mod">
          <ac:chgData name="Ishan Malik" userId="75bbfd951af34ddf" providerId="LiveId" clId="{72EBD0DD-2070-4E6C-9DD9-806D8E44FFC7}" dt="2026-10-16T15:33:12.251" v="1274" actId="1076"/>
          <ac:spMkLst>
            <pc:docMk/>
            <pc:sldMk cId="1992385909" sldId="292"/>
            <ac:spMk id="6" creationId="{BDF5688C-FF9A-7CED-F61D-F0110DB1F1F2}"/>
          </ac:spMkLst>
        </pc:spChg>
        <pc:spChg chg="add mod">
          <ac:chgData name="Ishan Malik" userId="75bbfd951af34ddf" providerId="LiveId" clId="{72EBD0DD-2070-4E6C-9DD9-806D8E44FFC7}" dt="2026-10-16T15:33:56.382" v="1283" actId="20577"/>
          <ac:spMkLst>
            <pc:docMk/>
            <pc:sldMk cId="1992385909" sldId="292"/>
            <ac:spMk id="7" creationId="{2C704AFF-6FBE-4491-6A73-075EA009F20F}"/>
          </ac:spMkLst>
        </pc:sp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932851628" sldId="293"/>
        </pc:sldMkLst>
        <pc:spChg chg="del">
          <ac:chgData name="Ishan Malik" userId="75bbfd951af34ddf" providerId="LiveId" clId="{72EBD0DD-2070-4E6C-9DD9-806D8E44FFC7}" dt="2026-10-16T15:35:36.373" v="1285" actId="478"/>
          <ac:spMkLst>
            <pc:docMk/>
            <pc:sldMk cId="2932851628" sldId="293"/>
            <ac:spMk id="2" creationId="{E56FE932-0194-9401-F970-BD1185DACA3E}"/>
          </ac:spMkLst>
        </pc:spChg>
        <pc:spChg chg="del">
          <ac:chgData name="Ishan Malik" userId="75bbfd951af34ddf" providerId="LiveId" clId="{72EBD0DD-2070-4E6C-9DD9-806D8E44FFC7}" dt="2026-10-16T15:35:36.373" v="1285" actId="478"/>
          <ac:spMkLst>
            <pc:docMk/>
            <pc:sldMk cId="2932851628" sldId="293"/>
            <ac:spMk id="3" creationId="{E1FB66C5-8728-9F93-43AA-F04ED982085D}"/>
          </ac:spMkLst>
        </pc:spChg>
        <pc:picChg chg="add mod">
          <ac:chgData name="Ishan Malik" userId="75bbfd951af34ddf" providerId="LiveId" clId="{72EBD0DD-2070-4E6C-9DD9-806D8E44FFC7}" dt="2026-10-16T15:35:47.622" v="1289" actId="14100"/>
          <ac:picMkLst>
            <pc:docMk/>
            <pc:sldMk cId="2932851628" sldId="293"/>
            <ac:picMk id="4" creationId="{03796133-2FE9-81C1-FB13-8E18922926CA}"/>
          </ac:picMkLst>
        </pc:picChg>
        <pc:picChg chg="add">
          <ac:chgData name="Ishan Malik" userId="75bbfd951af34ddf" providerId="LiveId" clId="{72EBD0DD-2070-4E6C-9DD9-806D8E44FFC7}" dt="2026-10-16T15:37:35.712" v="1290" actId="22"/>
          <ac:picMkLst>
            <pc:docMk/>
            <pc:sldMk cId="2932851628" sldId="293"/>
            <ac:picMk id="6" creationId="{B760F818-3D75-027F-99D1-0BDD32EC6EEE}"/>
          </ac:picMkLst>
        </pc:picChg>
      </pc:sldChg>
      <pc:sldChg chg="addSp delSp new mod">
        <pc:chgData name="Ishan Malik" userId="75bbfd951af34ddf" providerId="LiveId" clId="{72EBD0DD-2070-4E6C-9DD9-806D8E44FFC7}" dt="2026-10-17T11:36:32.154" v="1409" actId="22"/>
        <pc:sldMkLst>
          <pc:docMk/>
          <pc:sldMk cId="3708821095" sldId="293"/>
        </pc:sldMkLst>
        <pc:spChg chg="del">
          <ac:chgData name="Ishan Malik" userId="75bbfd951af34ddf" providerId="LiveId" clId="{72EBD0DD-2070-4E6C-9DD9-806D8E44FFC7}" dt="2026-10-17T11:36:31.434" v="1408" actId="478"/>
          <ac:spMkLst>
            <pc:docMk/>
            <pc:sldMk cId="3708821095" sldId="293"/>
            <ac:spMk id="2" creationId="{05640B2E-6F78-5211-BDC9-D649B1EDB910}"/>
          </ac:spMkLst>
        </pc:spChg>
        <pc:spChg chg="del">
          <ac:chgData name="Ishan Malik" userId="75bbfd951af34ddf" providerId="LiveId" clId="{72EBD0DD-2070-4E6C-9DD9-806D8E44FFC7}" dt="2026-10-17T11:36:31.434" v="1408" actId="478"/>
          <ac:spMkLst>
            <pc:docMk/>
            <pc:sldMk cId="3708821095" sldId="293"/>
            <ac:spMk id="3" creationId="{A69AF9EC-62CE-ED66-1627-DE0B88365C18}"/>
          </ac:spMkLst>
        </pc:spChg>
        <pc:picChg chg="add">
          <ac:chgData name="Ishan Malik" userId="75bbfd951af34ddf" providerId="LiveId" clId="{72EBD0DD-2070-4E6C-9DD9-806D8E44FFC7}" dt="2026-10-17T11:36:32.154" v="1409" actId="22"/>
          <ac:picMkLst>
            <pc:docMk/>
            <pc:sldMk cId="3708821095" sldId="293"/>
            <ac:picMk id="5" creationId="{A9B03BD9-4EFF-92B9-858B-3E0CD55D89D6}"/>
          </ac:picMkLst>
        </pc:pic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3032367073" sldId="294"/>
        </pc:sldMkLst>
        <pc:spChg chg="del">
          <ac:chgData name="Ishan Malik" userId="75bbfd951af34ddf" providerId="LiveId" clId="{72EBD0DD-2070-4E6C-9DD9-806D8E44FFC7}" dt="2026-10-16T15:42:11.322" v="1292" actId="478"/>
          <ac:spMkLst>
            <pc:docMk/>
            <pc:sldMk cId="3032367073" sldId="294"/>
            <ac:spMk id="2" creationId="{51D78AE7-53F0-E543-5A30-B25A504C5965}"/>
          </ac:spMkLst>
        </pc:spChg>
        <pc:spChg chg="del">
          <ac:chgData name="Ishan Malik" userId="75bbfd951af34ddf" providerId="LiveId" clId="{72EBD0DD-2070-4E6C-9DD9-806D8E44FFC7}" dt="2026-10-16T15:42:11.322" v="1292" actId="478"/>
          <ac:spMkLst>
            <pc:docMk/>
            <pc:sldMk cId="3032367073" sldId="294"/>
            <ac:spMk id="3" creationId="{BCB42619-BE65-A616-A999-FA629331DFC0}"/>
          </ac:spMkLst>
        </pc:spChg>
        <pc:picChg chg="add mod">
          <ac:chgData name="Ishan Malik" userId="75bbfd951af34ddf" providerId="LiveId" clId="{72EBD0DD-2070-4E6C-9DD9-806D8E44FFC7}" dt="2026-10-16T15:42:19.982" v="1296" actId="14100"/>
          <ac:picMkLst>
            <pc:docMk/>
            <pc:sldMk cId="3032367073" sldId="294"/>
            <ac:picMk id="4" creationId="{5736DA0C-064A-037D-1D22-9AF2F5CFE740}"/>
          </ac:picMkLst>
        </pc:picChg>
      </pc:sldChg>
      <pc:sldChg chg="modSp new mod modAnim">
        <pc:chgData name="Ishan Malik" userId="75bbfd951af34ddf" providerId="LiveId" clId="{72EBD0DD-2070-4E6C-9DD9-806D8E44FFC7}" dt="2026-10-17T11:41:46.724" v="1426"/>
        <pc:sldMkLst>
          <pc:docMk/>
          <pc:sldMk cId="3049189116" sldId="294"/>
        </pc:sldMkLst>
        <pc:spChg chg="mod">
          <ac:chgData name="Ishan Malik" userId="75bbfd951af34ddf" providerId="LiveId" clId="{72EBD0DD-2070-4E6C-9DD9-806D8E44FFC7}" dt="2026-10-17T11:41:25.507" v="1421" actId="20577"/>
          <ac:spMkLst>
            <pc:docMk/>
            <pc:sldMk cId="3049189116" sldId="294"/>
            <ac:spMk id="2" creationId="{D3BAFAD6-87A2-02C6-12FF-0E40A83C399B}"/>
          </ac:spMkLst>
        </pc:spChg>
        <pc:spChg chg="mod">
          <ac:chgData name="Ishan Malik" userId="75bbfd951af34ddf" providerId="LiveId" clId="{72EBD0DD-2070-4E6C-9DD9-806D8E44FFC7}" dt="2026-10-17T11:41:37.059" v="1424" actId="5793"/>
          <ac:spMkLst>
            <pc:docMk/>
            <pc:sldMk cId="3049189116" sldId="294"/>
            <ac:spMk id="3" creationId="{B88ED786-242E-9350-1B24-CF32D5625BBF}"/>
          </ac:spMkLst>
        </pc:spChg>
      </pc:sldChg>
      <pc:sldChg chg="addSp delSp modSp new mod">
        <pc:chgData name="Ishan Malik" userId="75bbfd951af34ddf" providerId="LiveId" clId="{72EBD0DD-2070-4E6C-9DD9-806D8E44FFC7}" dt="2026-10-17T12:03:21.149" v="1439" actId="14100"/>
        <pc:sldMkLst>
          <pc:docMk/>
          <pc:sldMk cId="1726669480" sldId="295"/>
        </pc:sldMkLst>
        <pc:spChg chg="del">
          <ac:chgData name="Ishan Malik" userId="75bbfd951af34ddf" providerId="LiveId" clId="{72EBD0DD-2070-4E6C-9DD9-806D8E44FFC7}" dt="2026-10-17T12:01:26.149" v="1428" actId="478"/>
          <ac:spMkLst>
            <pc:docMk/>
            <pc:sldMk cId="1726669480" sldId="295"/>
            <ac:spMk id="2" creationId="{B2E98DBC-471D-26EF-855A-D7A072E2018E}"/>
          </ac:spMkLst>
        </pc:spChg>
        <pc:spChg chg="del">
          <ac:chgData name="Ishan Malik" userId="75bbfd951af34ddf" providerId="LiveId" clId="{72EBD0DD-2070-4E6C-9DD9-806D8E44FFC7}" dt="2026-10-17T12:01:26.149" v="1428" actId="478"/>
          <ac:spMkLst>
            <pc:docMk/>
            <pc:sldMk cId="1726669480" sldId="295"/>
            <ac:spMk id="3" creationId="{B7C7FF01-A5A6-E905-BF71-060E99336ABE}"/>
          </ac:spMkLst>
        </pc:spChg>
        <pc:picChg chg="add del mod">
          <ac:chgData name="Ishan Malik" userId="75bbfd951af34ddf" providerId="LiveId" clId="{72EBD0DD-2070-4E6C-9DD9-806D8E44FFC7}" dt="2026-10-17T12:02:58.193" v="1435" actId="478"/>
          <ac:picMkLst>
            <pc:docMk/>
            <pc:sldMk cId="1726669480" sldId="295"/>
            <ac:picMk id="4" creationId="{28BCFBDB-533C-375E-E066-57052513F0E8}"/>
          </ac:picMkLst>
        </pc:picChg>
        <pc:picChg chg="add mod">
          <ac:chgData name="Ishan Malik" userId="75bbfd951af34ddf" providerId="LiveId" clId="{72EBD0DD-2070-4E6C-9DD9-806D8E44FFC7}" dt="2026-10-17T12:03:21.149" v="1439" actId="14100"/>
          <ac:picMkLst>
            <pc:docMk/>
            <pc:sldMk cId="1726669480" sldId="295"/>
            <ac:picMk id="5" creationId="{DD46DCCE-328A-5A64-7A1F-5902EDF4350B}"/>
          </ac:picMkLst>
        </pc:picChg>
      </pc:sldChg>
      <pc:sldChg chg="addSp modSp new del mod">
        <pc:chgData name="Ishan Malik" userId="75bbfd951af34ddf" providerId="LiveId" clId="{72EBD0DD-2070-4E6C-9DD9-806D8E44FFC7}" dt="2026-10-17T03:43:45.946" v="1362" actId="47"/>
        <pc:sldMkLst>
          <pc:docMk/>
          <pc:sldMk cId="4165888872" sldId="295"/>
        </pc:sldMkLst>
        <pc:spChg chg="mod">
          <ac:chgData name="Ishan Malik" userId="75bbfd951af34ddf" providerId="LiveId" clId="{72EBD0DD-2070-4E6C-9DD9-806D8E44FFC7}" dt="2026-10-16T15:58:10.913" v="1298"/>
          <ac:spMkLst>
            <pc:docMk/>
            <pc:sldMk cId="4165888872" sldId="295"/>
            <ac:spMk id="2" creationId="{05333C9E-F096-C81F-B951-05FD31E38F7B}"/>
          </ac:spMkLst>
        </pc:spChg>
        <pc:spChg chg="mod">
          <ac:chgData name="Ishan Malik" userId="75bbfd951af34ddf" providerId="LiveId" clId="{72EBD0DD-2070-4E6C-9DD9-806D8E44FFC7}" dt="2026-10-16T15:59:03.953" v="1305" actId="5793"/>
          <ac:spMkLst>
            <pc:docMk/>
            <pc:sldMk cId="4165888872" sldId="295"/>
            <ac:spMk id="3" creationId="{D68634F9-8428-A2D0-9B0E-D7B7BA8E83B8}"/>
          </ac:spMkLst>
        </pc:spChg>
        <pc:graphicFrameChg chg="add mod modGraphic">
          <ac:chgData name="Ishan Malik" userId="75bbfd951af34ddf" providerId="LiveId" clId="{72EBD0DD-2070-4E6C-9DD9-806D8E44FFC7}" dt="2026-10-16T15:59:27.653" v="1310" actId="403"/>
          <ac:graphicFrameMkLst>
            <pc:docMk/>
            <pc:sldMk cId="4165888872" sldId="295"/>
            <ac:graphicFrameMk id="4" creationId="{C82B418E-9943-7E6B-4FCE-D4C91854A403}"/>
          </ac:graphicFrameMkLst>
        </pc:graphicFrame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64340566" sldId="296"/>
        </pc:sldMkLst>
        <pc:spChg chg="del">
          <ac:chgData name="Ishan Malik" userId="75bbfd951af34ddf" providerId="LiveId" clId="{72EBD0DD-2070-4E6C-9DD9-806D8E44FFC7}" dt="2026-10-16T16:00:39.849" v="1312" actId="478"/>
          <ac:spMkLst>
            <pc:docMk/>
            <pc:sldMk cId="264340566" sldId="296"/>
            <ac:spMk id="2" creationId="{D23ED528-EAB7-488A-183A-38CC4811628F}"/>
          </ac:spMkLst>
        </pc:spChg>
        <pc:spChg chg="del">
          <ac:chgData name="Ishan Malik" userId="75bbfd951af34ddf" providerId="LiveId" clId="{72EBD0DD-2070-4E6C-9DD9-806D8E44FFC7}" dt="2026-10-16T16:00:39.849" v="1312" actId="478"/>
          <ac:spMkLst>
            <pc:docMk/>
            <pc:sldMk cId="264340566" sldId="296"/>
            <ac:spMk id="3" creationId="{3AEE7107-EEB2-064D-1B25-53B6EB6BD4F6}"/>
          </ac:spMkLst>
        </pc:spChg>
        <pc:picChg chg="add mod">
          <ac:chgData name="Ishan Malik" userId="75bbfd951af34ddf" providerId="LiveId" clId="{72EBD0DD-2070-4E6C-9DD9-806D8E44FFC7}" dt="2026-10-16T16:00:51.135" v="1316" actId="14100"/>
          <ac:picMkLst>
            <pc:docMk/>
            <pc:sldMk cId="264340566" sldId="296"/>
            <ac:picMk id="4" creationId="{B447CCAC-1B99-B5EA-3D8D-C5A08DE1CD1A}"/>
          </ac:picMkLst>
        </pc:picChg>
      </pc:sldChg>
      <pc:sldChg chg="modSp add mod modAnim">
        <pc:chgData name="Ishan Malik" userId="75bbfd951af34ddf" providerId="LiveId" clId="{72EBD0DD-2070-4E6C-9DD9-806D8E44FFC7}" dt="2026-10-17T12:06:58.007" v="1478" actId="20577"/>
        <pc:sldMkLst>
          <pc:docMk/>
          <pc:sldMk cId="3821761519" sldId="296"/>
        </pc:sldMkLst>
        <pc:spChg chg="mod">
          <ac:chgData name="Ishan Malik" userId="75bbfd951af34ddf" providerId="LiveId" clId="{72EBD0DD-2070-4E6C-9DD9-806D8E44FFC7}" dt="2026-10-17T12:06:58.007" v="1478" actId="20577"/>
          <ac:spMkLst>
            <pc:docMk/>
            <pc:sldMk cId="3821761519" sldId="296"/>
            <ac:spMk id="7" creationId="{BCFD94FE-B6CB-A970-E4D7-274A3BE3C054}"/>
          </ac:spMkLst>
        </pc:spChg>
      </pc:sldChg>
      <pc:sldChg chg="modSp add del mod modAnim">
        <pc:chgData name="Ishan Malik" userId="75bbfd951af34ddf" providerId="LiveId" clId="{72EBD0DD-2070-4E6C-9DD9-806D8E44FFC7}" dt="2026-10-17T03:43:53.155" v="1363" actId="47"/>
        <pc:sldMkLst>
          <pc:docMk/>
          <pc:sldMk cId="1070963268" sldId="297"/>
        </pc:sldMkLst>
        <pc:spChg chg="mod">
          <ac:chgData name="Ishan Malik" userId="75bbfd951af34ddf" providerId="LiveId" clId="{72EBD0DD-2070-4E6C-9DD9-806D8E44FFC7}" dt="2026-10-16T16:22:28.204" v="1361" actId="20577"/>
          <ac:spMkLst>
            <pc:docMk/>
            <pc:sldMk cId="1070963268" sldId="297"/>
            <ac:spMk id="7" creationId="{18D6D02F-6EA3-0B85-9548-70CF104A3909}"/>
          </ac:spMkLst>
        </pc:spChg>
      </pc:sldChg>
      <pc:sldChg chg="modSp add mod modAnim">
        <pc:chgData name="Ishan Malik" userId="75bbfd951af34ddf" providerId="LiveId" clId="{72EBD0DD-2070-4E6C-9DD9-806D8E44FFC7}" dt="2026-10-17T12:08:15.433" v="1498" actId="20577"/>
        <pc:sldMkLst>
          <pc:docMk/>
          <pc:sldMk cId="3792133586" sldId="297"/>
        </pc:sldMkLst>
        <pc:spChg chg="mod">
          <ac:chgData name="Ishan Malik" userId="75bbfd951af34ddf" providerId="LiveId" clId="{72EBD0DD-2070-4E6C-9DD9-806D8E44FFC7}" dt="2026-10-17T12:08:15.433" v="1498" actId="20577"/>
          <ac:spMkLst>
            <pc:docMk/>
            <pc:sldMk cId="3792133586" sldId="297"/>
            <ac:spMk id="7" creationId="{0ADF1542-7F6A-5CF4-5F64-4615F6D84703}"/>
          </ac:spMkLst>
        </pc:spChg>
      </pc:sldChg>
      <pc:sldChg chg="modSp add mod modAnim">
        <pc:chgData name="Ishan Malik" userId="75bbfd951af34ddf" providerId="LiveId" clId="{72EBD0DD-2070-4E6C-9DD9-806D8E44FFC7}" dt="2026-10-17T12:09:32.673" v="1518" actId="20577"/>
        <pc:sldMkLst>
          <pc:docMk/>
          <pc:sldMk cId="701444385" sldId="298"/>
        </pc:sldMkLst>
        <pc:spChg chg="mod">
          <ac:chgData name="Ishan Malik" userId="75bbfd951af34ddf" providerId="LiveId" clId="{72EBD0DD-2070-4E6C-9DD9-806D8E44FFC7}" dt="2026-10-17T12:09:32.673" v="1518" actId="20577"/>
          <ac:spMkLst>
            <pc:docMk/>
            <pc:sldMk cId="701444385" sldId="298"/>
            <ac:spMk id="7" creationId="{7AB39492-9825-E7EC-AC15-0FCCEBABE449}"/>
          </ac:spMkLst>
        </pc:spChg>
      </pc:sldChg>
      <pc:sldMasterChg chg="setBg modSldLayout">
        <pc:chgData name="Ishan Malik" userId="75bbfd951af34ddf" providerId="LiveId" clId="{72EBD0DD-2070-4E6C-9DD9-806D8E44FFC7}" dt="2026-10-14T10:20:21.400" v="599"/>
        <pc:sldMasterMkLst>
          <pc:docMk/>
          <pc:sldMasterMk cId="2391897416" sldId="2147483734"/>
        </pc:sldMasterMkLst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528853156" sldId="2147483735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783954484" sldId="2147483736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470398456" sldId="2147483737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476949328" sldId="2147483738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026524870" sldId="2147483739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512930578" sldId="2147483740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4005297906" sldId="2147483741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917291925" sldId="2147483742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149615843" sldId="2147483743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104170515" sldId="2147483744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268131318" sldId="2147483745"/>
          </pc:sldLayoutMkLst>
        </pc:sldLayoutChg>
      </pc:sldMasterChg>
      <pc:sldMasterChg chg="del delSldLayout">
        <pc:chgData name="Ishan Malik" userId="75bbfd951af34ddf" providerId="LiveId" clId="{72EBD0DD-2070-4E6C-9DD9-806D8E44FFC7}" dt="2026-10-16T14:06:47.486" v="1133" actId="47"/>
        <pc:sldMasterMkLst>
          <pc:docMk/>
          <pc:sldMasterMk cId="2927335781" sldId="2147483746"/>
        </pc:sldMasterMkLst>
        <pc:sldLayoutChg chg="del">
          <pc:chgData name="Ishan Malik" userId="75bbfd951af34ddf" providerId="LiveId" clId="{72EBD0DD-2070-4E6C-9DD9-806D8E44FFC7}" dt="2026-10-16T14:06:47.486" v="1133" actId="47"/>
          <pc:sldLayoutMkLst>
            <pc:docMk/>
            <pc:sldMasterMk cId="2927335781" sldId="2147483746"/>
            <pc:sldLayoutMk cId="2172948461" sldId="214748374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DD2-7816-F6FC-3C18-F52F525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270EB-C8DB-9B4F-1DBA-5925160F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5586-17EC-3BE2-F404-19EE1ACE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F2F-F86F-CFCF-696E-433E85B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8CE9-585A-55AB-FFFE-F965C73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DE2F-F42D-C29A-DCA6-98E26408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BD66-84CF-1AA6-E91F-01BA376C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F830-F2BC-7114-38F9-5BA5C1CE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7E21-96E6-F566-362A-E468261B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A26-5957-ACAF-9D2E-FB9D1C09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4ACD-3626-A3BA-621F-B6DDCA23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2707-8FA4-F332-0E2B-68CD9DFF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7F2A-E65C-7C45-845C-5394BA7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0ADB-E9EC-7F92-F443-732E224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0EB9-1D31-B55C-F812-733B935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0825-AC13-8B04-7D7C-FAEDA879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73E9-37FD-C274-998A-79775882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CDA3-7D40-2F1A-D77D-9B134C51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E023-1A9B-6B75-DC61-A0B32A64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6E24C-F943-F6E3-2872-7641863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4FC1-1347-D23E-1B86-B2B226D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93B0-9BE8-E535-29E7-DE2D6A7A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93C5-4129-3376-AEA9-02DE3B6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83DE-999D-2A34-E30E-666AE191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B64F1-C5E9-DAD9-90FD-4756B96E6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78630-FA36-97C5-30E3-BAD0F51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CFC5-274D-068E-521D-07560C5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C5BB4-AE16-0498-2D6B-0949A019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52246-6E74-C8F8-3FAE-33D0F68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2BC-F397-98CD-BA79-1D176A0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46D-E2D7-A192-FD3B-CE046F7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B50D-E531-B2BF-CB4A-734C6E80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491D-E0A2-B43F-511D-C7B4A9F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C1665-DC68-D1B4-C21B-3004C7FF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FF50-F088-7257-D60D-30569284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91CE-AA7B-4295-AE4D-E43C18F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F5B1-8597-61AB-E76B-CC71B0B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57C3-6A16-3842-F7CF-42D4D79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0AC4E-9ED5-FAFA-7865-C5C4300A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D588-B438-C2AB-3B07-03D59643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AC4-53F8-0DB7-51C1-5D77732A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4739-9F1E-D7C9-1977-266B08C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2EC-F4C3-7D7C-D1E7-15B4BF6E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AAB95-F84C-BEE8-2409-1A96850F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C4C6-3F7C-19A0-A4EF-DC56E9EB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3F03-AD3C-BE94-406F-A27847FD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0DF6-26B2-C2E3-CE13-6CA9067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1395-EAC9-3A4A-D40F-4A52A0E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53A7-6633-5D52-9DF2-436A10D6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B8013-B2EC-823E-0150-C1D515666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DF45-EE13-7F7D-28C5-7EEE48B6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93ED-A544-C2CA-E46C-D879694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7A3-4C8A-3502-488F-1A8E99F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A5350-F128-9DE0-5458-C7D6EEF5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E8A7B-449E-E1FA-8366-10607D80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C17-0A84-1B31-82FD-C7082A78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CFF-E0D7-394F-9B35-1B6DAD62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8F16-A8AE-60CA-325D-CB94B84D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12005-0CD1-5DBC-00ED-825BF58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312-0DD2-9F75-7432-7777ACDF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5CF5-D5CD-E0BD-7614-D2D359F4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03CF-5C72-0A74-12D1-4B21642D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38A3-F345-695C-75C7-DE890850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EEF-DD89-DC64-D8DD-D71BC18C1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Paging, Filtering and Sorting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06239-3D08-7827-C9F5-6B5D59566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7500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0FD740-D0FF-B5D6-556D-2D5CD62C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Paging, Filtering and Sorting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BEE7FA-95FB-F9CE-01F4-AD6C722DB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Filtering</a:t>
            </a:r>
            <a:r>
              <a:rPr lang="en-US" dirty="0"/>
              <a:t> keeps only the rows that match (for example, only Category = "Phones").</a:t>
            </a:r>
          </a:p>
          <a:p>
            <a:pPr lvl="0"/>
            <a:r>
              <a:rPr lang="en-US" b="1" dirty="0"/>
              <a:t>Sorting</a:t>
            </a:r>
            <a:r>
              <a:rPr lang="en-US" dirty="0"/>
              <a:t> puts the rows in an order (for example, cheapest first).</a:t>
            </a:r>
          </a:p>
          <a:p>
            <a:pPr lvl="0"/>
            <a:r>
              <a:rPr lang="en-US" b="1" dirty="0"/>
              <a:t>Paging</a:t>
            </a:r>
            <a:r>
              <a:rPr lang="en-US" dirty="0"/>
              <a:t> returns the rows in chunks (pages), so the client doesn't download everything at once.</a:t>
            </a:r>
          </a:p>
          <a:p>
            <a:pPr lvl="0"/>
            <a:endParaRPr lang="en-US" dirty="0"/>
          </a:p>
          <a:p>
            <a:r>
              <a:rPr lang="en-US" dirty="0"/>
              <a:t>Implementing </a:t>
            </a:r>
            <a:r>
              <a:rPr lang="en-US" b="1" dirty="0"/>
              <a:t>paging, filtering, and sorting</a:t>
            </a:r>
            <a:r>
              <a:rPr lang="en-US" dirty="0"/>
              <a:t> ensures your endpoints stay fast, scalable, and secure.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33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CB8C-E489-CB7A-3C30-3088DD90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371C-C2FD-C2C1-36D5-597D844AC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Paging is the process of splitting a large dataset into smaller, manageable chunks (pages) before sending it across the network. </a:t>
            </a:r>
          </a:p>
          <a:p>
            <a:r>
              <a:rPr lang="en-US" dirty="0"/>
              <a:t>Without paging, an API trying to return millions of database rows will crash the server, exhaust network bandwidth, and freeze the client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1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E22EDF-B050-486E-C4D9-C92016535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" y="0"/>
            <a:ext cx="12190285" cy="686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6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72CA-34A7-4111-31EA-57111CEA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423CF-38A0-9E30-1B88-BFB0924D4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Filtering</a:t>
            </a:r>
            <a:r>
              <a:rPr lang="en-US" dirty="0"/>
              <a:t> is the process of restricting which database records are returned based on user-defined criteria. </a:t>
            </a:r>
          </a:p>
          <a:p>
            <a:r>
              <a:rPr lang="en-US" dirty="0"/>
              <a:t>Without filtering, clients are forced to download massive datasets and waste processing power discarding unwanted rows on the front end.</a:t>
            </a:r>
          </a:p>
        </p:txBody>
      </p:sp>
    </p:spTree>
    <p:extLst>
      <p:ext uri="{BB962C8B-B14F-4D97-AF65-F5344CB8AC3E}">
        <p14:creationId xmlns:p14="http://schemas.microsoft.com/office/powerpoint/2010/main" val="166984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B03BD9-4EFF-92B9-858B-3E0CD55D8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2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AFAD6-87A2-02C6-12FF-0E40A83C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ED786-242E-9350-1B24-CF32D5625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Sorting</a:t>
            </a:r>
            <a:r>
              <a:rPr lang="en-US" dirty="0"/>
              <a:t> is the process of arranging API response data in a specific order, such as chronological, alphabetical, or numerical. </a:t>
            </a:r>
          </a:p>
          <a:p>
            <a:r>
              <a:rPr lang="en-US" dirty="0"/>
              <a:t>Proper sorting occurs entirely within the database engine, ensuring that data is organized before it is loaded into memory or transmitted across the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18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46DCCE-328A-5A64-7A1F-5902EDF43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69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900F-EDE2-DA16-E456-32A4DF76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75B6-677A-7904-745E-C5A7C9D6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67794-4A97-9691-63F1-E84A05AB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Why can using traditional Skip() and Take() methods for deep paging (e.g., skipping 100,000 records) lead to performance degradation in a database-backed Web API?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database still evaluates and reads the skipped rows from disk or memory buffers before discarding them.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Web API server runs out of memory because it caches all skipped pages internally.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Skip() forces the database management system to apply an exclusive write lock on the entire table.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Skip() executes an O(1) memory pointer jump directly to the target row offset in the database.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A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8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5DA96-5FD3-3B1A-A106-56C58803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407B-C8F8-8239-9F74-E67EDDA78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FD94FE-B6CB-A970-E4D7-274A3BE3C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When implementing sorting and pagination on a dataset where multiple records share the same value in the primary sort column (e.g., sorting by LastName which is not unique), why is adding a secondary tie-breaker sort column (like Id) critical?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prevents SQL injection vulnerabilities when sorting user-supplied string parameters.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ensures a deterministic and stable row order across page requests, preventing duplicate or skipped records.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forces the database engine to automatically create a clustered index on the primary sort column.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completely disables the primary key index to optimize sorting speeds for large results.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76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33F7-E9B4-D725-F321-67652B4AB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4F66-2ED5-B7ED-02C0-7F073935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DF1542-7F6A-5CF4-5F64-4615F6D8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In an ASP.NET Core Web API using Entity Framework Core, what is the primary architectural advantage of returning or working with </a:t>
            </a:r>
            <a:r>
              <a:rPr lang="en-US" b="1" dirty="0" err="1"/>
              <a:t>IQueryable</a:t>
            </a:r>
            <a:r>
              <a:rPr lang="en-US" b="1" dirty="0"/>
              <a:t>&lt;T&gt; instead of </a:t>
            </a:r>
            <a:r>
              <a:rPr lang="en-US" b="1" dirty="0" err="1"/>
              <a:t>IEnumerable</a:t>
            </a:r>
            <a:r>
              <a:rPr lang="en-US" b="1" dirty="0"/>
              <a:t>&lt;T&gt; when applying dynamic filtering, sorting, and paging?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IEnumerable</a:t>
            </a:r>
            <a:r>
              <a:rPr lang="en-US" dirty="0"/>
              <a:t> translates filter, sort, and paging expressions into a single optimized database SQL command.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IQueryable</a:t>
            </a:r>
            <a:r>
              <a:rPr lang="en-US" dirty="0"/>
              <a:t> fetches all database records into memory immediately upon initialization before filtering.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IQueryable</a:t>
            </a:r>
            <a:r>
              <a:rPr lang="en-US" dirty="0"/>
              <a:t> enables composition of LINQ queries so that filters, sorting, and paging are combined and executed remotely on the database server.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There is no performance or query generation difference between </a:t>
            </a:r>
            <a:r>
              <a:rPr lang="en-US" dirty="0" err="1"/>
              <a:t>IQueryable</a:t>
            </a:r>
            <a:r>
              <a:rPr lang="en-US" dirty="0"/>
              <a:t> and </a:t>
            </a:r>
            <a:r>
              <a:rPr lang="en-US" dirty="0" err="1"/>
              <a:t>IEnumerable</a:t>
            </a:r>
            <a:r>
              <a:rPr lang="en-US" dirty="0"/>
              <a:t> in API controllers.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C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3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183AB-BB9E-A3A6-E156-D2B15A11C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414F-6DAA-FD06-6093-888612C8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AB39492-9825-E7EC-AC15-0FCCEBAB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What is the primary benefit of Keyset (Cursor-based) paging over traditional Offset-based paging (Skip/Take) in large datasets?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allows the client to jump instantly to an arbitrary page number, such as page 50,000.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works entirely without requiring any database indexes or unique ordering columns.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requires significantly less C# syntax and fewer LINQ operators to implement in a controller.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maintains consistent and fast query performance regardless of how deep the user navigates into the dataset.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: 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44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E6698C-308C-3EBE-9BA4-B6B425894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1E0C5-B9CE-51B7-97B9-0376B021D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7010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884</TotalTime>
  <Words>662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Paging, Filtering and Sorting</vt:lpstr>
      <vt:lpstr>Paging, Filtering and Sorting</vt:lpstr>
      <vt:lpstr>Paging</vt:lpstr>
      <vt:lpstr>PowerPoint Presentation</vt:lpstr>
      <vt:lpstr>Filtering</vt:lpstr>
      <vt:lpstr>PowerPoint Presentation</vt:lpstr>
      <vt:lpstr>Sorting</vt:lpstr>
      <vt:lpstr>PowerPoint Presentation</vt:lpstr>
      <vt:lpstr>Quick Quiz</vt:lpstr>
      <vt:lpstr>Quick Quiz</vt:lpstr>
      <vt:lpstr>Quick Quiz</vt:lpstr>
      <vt:lpstr>Quick Quiz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2026-09-21T09:56:51Z</dcterms:created>
  <dcterms:modified xsi:type="dcterms:W3CDTF">2026-10-17T12:09:33Z</dcterms:modified>
</cp:coreProperties>
</file>