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2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289" r:id="rId14"/>
    <p:sldId id="300" r:id="rId15"/>
    <p:sldId id="301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894C1-DAB0-480B-991E-71B5CFEE0905}" v="76" dt="2026-10-17T10:57:23.533"/>
    <p1510:client id="{3BB0CA00-369C-4CF0-832E-D516E2FDCFB1}" v="38" dt="2026-10-16T14:05:20.536"/>
    <p1510:client id="{D2CE244B-C475-474D-A19F-C35C976D6F44}" v="64" dt="2026-10-16T16:22:28.206"/>
    <p1510:client id="{FC3874ED-3498-4114-86F3-6320C11DB221}" v="184" dt="2026-10-16T12:38:51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delMainMaster modMainMaster">
      <pc:chgData name="Ishan Malik" userId="75bbfd951af34ddf" providerId="LiveId" clId="{72EBD0DD-2070-4E6C-9DD9-806D8E44FFC7}" dt="2026-10-17T10:57:23.533" v="1575" actId="20577"/>
      <pc:docMkLst>
        <pc:docMk/>
      </pc:docMkLst>
      <pc:sldChg chg="modSp new mod">
        <pc:chgData name="Ishan Malik" userId="75bbfd951af34ddf" providerId="LiveId" clId="{72EBD0DD-2070-4E6C-9DD9-806D8E44FFC7}" dt="2026-10-17T07:42:52.531" v="1365" actId="6549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7T07:42:52.531" v="1365" actId="6549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3328909945" sldId="257"/>
        </pc:sldMkLst>
      </pc:sldChg>
      <pc:sldChg chg="addSp delSp modSp new del mod ord">
        <pc:chgData name="Ishan Malik" userId="75bbfd951af34ddf" providerId="LiveId" clId="{72EBD0DD-2070-4E6C-9DD9-806D8E44FFC7}" dt="2026-10-16T12:53:47.763" v="1032" actId="47"/>
        <pc:sldMkLst>
          <pc:docMk/>
          <pc:sldMk cId="276369482" sldId="258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1589194582" sldId="259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4055161058" sldId="260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068444819" sldId="261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1464997959" sldId="262"/>
        </pc:sldMkLst>
      </pc:sldChg>
      <pc:sldChg chg="addSp delSp modSp add del mod">
        <pc:chgData name="Ishan Malik" userId="75bbfd951af34ddf" providerId="LiveId" clId="{72EBD0DD-2070-4E6C-9DD9-806D8E44FFC7}" dt="2026-10-16T12:53:47.763" v="1032" actId="47"/>
        <pc:sldMkLst>
          <pc:docMk/>
          <pc:sldMk cId="2891934033" sldId="263"/>
        </pc:sldMkLst>
      </pc:sldChg>
      <pc:sldChg chg="modSp new del mod ord modAnim">
        <pc:chgData name="Ishan Malik" userId="75bbfd951af34ddf" providerId="LiveId" clId="{72EBD0DD-2070-4E6C-9DD9-806D8E44FFC7}" dt="2026-10-16T12:53:47.763" v="1032" actId="47"/>
        <pc:sldMkLst>
          <pc:docMk/>
          <pc:sldMk cId="1456556091" sldId="264"/>
        </pc:sldMkLst>
      </pc:sldChg>
      <pc:sldChg chg="modSp add del mod ord">
        <pc:chgData name="Ishan Malik" userId="75bbfd951af34ddf" providerId="LiveId" clId="{72EBD0DD-2070-4E6C-9DD9-806D8E44FFC7}" dt="2026-10-16T12:53:47.763" v="1032" actId="47"/>
        <pc:sldMkLst>
          <pc:docMk/>
          <pc:sldMk cId="4145122847" sldId="265"/>
        </pc:sldMkLst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74447625" sldId="266"/>
        </pc:sldMkLst>
      </pc:sldChg>
      <pc:sldChg chg="addSp modSp new del mod modAnim">
        <pc:chgData name="Ishan Malik" userId="75bbfd951af34ddf" providerId="LiveId" clId="{72EBD0DD-2070-4E6C-9DD9-806D8E44FFC7}" dt="2026-10-16T10:55:46.185" v="611" actId="47"/>
        <pc:sldMkLst>
          <pc:docMk/>
          <pc:sldMk cId="1872426190" sldId="267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667251525" sldId="268"/>
        </pc:sldMkLst>
      </pc:sldChg>
      <pc:sldChg chg="addSp delSp modSp new del mod">
        <pc:chgData name="Ishan Malik" userId="75bbfd951af34ddf" providerId="LiveId" clId="{72EBD0DD-2070-4E6C-9DD9-806D8E44FFC7}" dt="2026-10-16T10:55:46.185" v="611" actId="47"/>
        <pc:sldMkLst>
          <pc:docMk/>
          <pc:sldMk cId="1248151220" sldId="268"/>
        </pc:sldMkLst>
      </pc:sldChg>
      <pc:sldChg chg="addSp delSp 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143988488" sldId="269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143664787" sldId="270"/>
        </pc:sldMkLst>
        <pc:spChg chg="mod">
          <ac:chgData name="Ishan Malik" userId="75bbfd951af34ddf" providerId="LiveId" clId="{72EBD0DD-2070-4E6C-9DD9-806D8E44FFC7}" dt="2026-10-16T11:13:31.324" v="613"/>
          <ac:spMkLst>
            <pc:docMk/>
            <pc:sldMk cId="2143664787" sldId="270"/>
            <ac:spMk id="2" creationId="{7214CD31-6AED-2209-D610-E13AB7A61290}"/>
          </ac:spMkLst>
        </pc:spChg>
        <pc:spChg chg="mod">
          <ac:chgData name="Ishan Malik" userId="75bbfd951af34ddf" providerId="LiveId" clId="{72EBD0DD-2070-4E6C-9DD9-806D8E44FFC7}" dt="2026-10-16T11:13:38.085" v="618" actId="20577"/>
          <ac:spMkLst>
            <pc:docMk/>
            <pc:sldMk cId="2143664787" sldId="270"/>
            <ac:spMk id="3" creationId="{E4B6D178-A55D-C898-FCEA-4E41D7E167D8}"/>
          </ac:spMkLst>
        </pc:spChg>
      </pc:sldChg>
      <pc:sldChg chg="modSp add del mod ord modAnim">
        <pc:chgData name="Ishan Malik" userId="75bbfd951af34ddf" providerId="LiveId" clId="{72EBD0DD-2070-4E6C-9DD9-806D8E44FFC7}" dt="2026-10-16T10:55:46.185" v="611" actId="47"/>
        <pc:sldMkLst>
          <pc:docMk/>
          <pc:sldMk cId="3980734832" sldId="270"/>
        </pc:sldMkLst>
      </pc:sldChg>
      <pc:sldChg chg="modSp add del mod modAnim">
        <pc:chgData name="Ishan Malik" userId="75bbfd951af34ddf" providerId="LiveId" clId="{72EBD0DD-2070-4E6C-9DD9-806D8E44FFC7}" dt="2026-10-16T10:55:46.185" v="611" actId="47"/>
        <pc:sldMkLst>
          <pc:docMk/>
          <pc:sldMk cId="2262532472" sldId="271"/>
        </pc:sldMkLst>
      </pc:sldChg>
      <pc:sldChg chg="add del ord">
        <pc:chgData name="Ishan Malik" userId="75bbfd951af34ddf" providerId="LiveId" clId="{72EBD0DD-2070-4E6C-9DD9-806D8E44FFC7}" dt="2026-10-16T14:06:47.486" v="1133" actId="47"/>
        <pc:sldMkLst>
          <pc:docMk/>
          <pc:sldMk cId="3419245707" sldId="271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4214231092" sldId="271"/>
        </pc:sldMkLst>
        <pc:spChg chg="mod">
          <ac:chgData name="Ishan Malik" userId="75bbfd951af34ddf" providerId="LiveId" clId="{72EBD0DD-2070-4E6C-9DD9-806D8E44FFC7}" dt="2026-10-16T11:37:06.699" v="709" actId="20577"/>
          <ac:spMkLst>
            <pc:docMk/>
            <pc:sldMk cId="4214231092" sldId="271"/>
            <ac:spMk id="2" creationId="{A6F2CBEA-2ED9-C6AB-935C-6D62F6882D2A}"/>
          </ac:spMkLst>
        </pc:spChg>
        <pc:spChg chg="add del mod">
          <ac:chgData name="Ishan Malik" userId="75bbfd951af34ddf" providerId="LiveId" clId="{72EBD0DD-2070-4E6C-9DD9-806D8E44FFC7}" dt="2026-10-16T11:31:14.435" v="673"/>
          <ac:spMkLst>
            <pc:docMk/>
            <pc:sldMk cId="4214231092" sldId="271"/>
            <ac:spMk id="3" creationId="{5A40D840-127D-3269-45E9-6E7671FEAB59}"/>
          </ac:spMkLst>
        </pc:spChg>
        <pc:spChg chg="add del mod">
          <ac:chgData name="Ishan Malik" userId="75bbfd951af34ddf" providerId="LiveId" clId="{72EBD0DD-2070-4E6C-9DD9-806D8E44FFC7}" dt="2026-10-16T11:15:36.724" v="643" actId="478"/>
          <ac:spMkLst>
            <pc:docMk/>
            <pc:sldMk cId="4214231092" sldId="271"/>
            <ac:spMk id="6" creationId="{C7A1CFB5-4F1B-4924-893C-1B924DB9E057}"/>
          </ac:spMkLst>
        </pc:spChg>
        <pc:spChg chg="add mod">
          <ac:chgData name="Ishan Malik" userId="75bbfd951af34ddf" providerId="LiveId" clId="{72EBD0DD-2070-4E6C-9DD9-806D8E44FFC7}" dt="2026-10-16T11:34:11.411" v="707" actId="20577"/>
          <ac:spMkLst>
            <pc:docMk/>
            <pc:sldMk cId="4214231092" sldId="271"/>
            <ac:spMk id="10" creationId="{A380734E-1FA0-2743-F02F-68248FD64ABC}"/>
          </ac:spMkLst>
        </pc:spChg>
        <pc:graphicFrameChg chg="add mod">
          <ac:chgData name="Ishan Malik" userId="75bbfd951af34ddf" providerId="LiveId" clId="{72EBD0DD-2070-4E6C-9DD9-806D8E44FFC7}" dt="2026-10-16T11:15:21.972" v="638"/>
          <ac:graphicFrameMkLst>
            <pc:docMk/>
            <pc:sldMk cId="4214231092" sldId="271"/>
            <ac:graphicFrameMk id="4" creationId="{335D0ABA-5C42-EC9A-1A18-835A6F73F655}"/>
          </ac:graphicFrameMkLst>
        </pc:graphicFrameChg>
        <pc:graphicFrameChg chg="add del mod modGraphic">
          <ac:chgData name="Ishan Malik" userId="75bbfd951af34ddf" providerId="LiveId" clId="{72EBD0DD-2070-4E6C-9DD9-806D8E44FFC7}" dt="2026-10-16T11:31:55.329" v="675" actId="478"/>
          <ac:graphicFrameMkLst>
            <pc:docMk/>
            <pc:sldMk cId="4214231092" sldId="271"/>
            <ac:graphicFrameMk id="7" creationId="{1BD6AD8F-03B2-138D-52B5-4B91A7943AC1}"/>
          </ac:graphicFrameMkLst>
        </pc:graphicFrameChg>
        <pc:graphicFrameChg chg="add mod modGraphic">
          <ac:chgData name="Ishan Malik" userId="75bbfd951af34ddf" providerId="LiveId" clId="{72EBD0DD-2070-4E6C-9DD9-806D8E44FFC7}" dt="2026-10-16T11:32:56.061" v="691" actId="1076"/>
          <ac:graphicFrameMkLst>
            <pc:docMk/>
            <pc:sldMk cId="4214231092" sldId="271"/>
            <ac:graphicFrameMk id="8" creationId="{B1793CA8-46DF-BD6D-EA3A-27680A42C492}"/>
          </ac:graphicFrameMkLst>
        </pc:graphicFrameChg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90752612" sldId="272"/>
        </pc:sldMkLst>
        <pc:spChg chg="mod">
          <ac:chgData name="Ishan Malik" userId="75bbfd951af34ddf" providerId="LiveId" clId="{72EBD0DD-2070-4E6C-9DD9-806D8E44FFC7}" dt="2026-10-16T11:37:31.926" v="719" actId="20577"/>
          <ac:spMkLst>
            <pc:docMk/>
            <pc:sldMk cId="690752612" sldId="272"/>
            <ac:spMk id="2" creationId="{F62ED3B3-F9B4-86AE-6E01-087D9D5EAAD8}"/>
          </ac:spMkLst>
        </pc:spChg>
        <pc:spChg chg="mod">
          <ac:chgData name="Ishan Malik" userId="75bbfd951af34ddf" providerId="LiveId" clId="{72EBD0DD-2070-4E6C-9DD9-806D8E44FFC7}" dt="2026-10-16T11:43:11.448" v="765"/>
          <ac:spMkLst>
            <pc:docMk/>
            <pc:sldMk cId="690752612" sldId="272"/>
            <ac:spMk id="3" creationId="{BAF37C19-5045-058F-6EEE-81D421F7E4E1}"/>
          </ac:spMkLst>
        </pc:spChg>
        <pc:spChg chg="add del mod">
          <ac:chgData name="Ishan Malik" userId="75bbfd951af34ddf" providerId="LiveId" clId="{72EBD0DD-2070-4E6C-9DD9-806D8E44FFC7}" dt="2026-10-16T11:44:11.503" v="769" actId="478"/>
          <ac:spMkLst>
            <pc:docMk/>
            <pc:sldMk cId="690752612" sldId="272"/>
            <ac:spMk id="5" creationId="{0D1C75B4-A4AD-801E-AB11-3BCF20D50B21}"/>
          </ac:spMkLst>
        </pc:spChg>
        <pc:spChg chg="add mod">
          <ac:chgData name="Ishan Malik" userId="75bbfd951af34ddf" providerId="LiveId" clId="{72EBD0DD-2070-4E6C-9DD9-806D8E44FFC7}" dt="2026-10-16T11:49:53.520" v="778" actId="6549"/>
          <ac:spMkLst>
            <pc:docMk/>
            <pc:sldMk cId="690752612" sldId="272"/>
            <ac:spMk id="6" creationId="{1A789292-06D8-CF87-1E23-49493BDA6491}"/>
          </ac:spMkLst>
        </pc:spChg>
        <pc:graphicFrameChg chg="add mod modGraphic">
          <ac:chgData name="Ishan Malik" userId="75bbfd951af34ddf" providerId="LiveId" clId="{72EBD0DD-2070-4E6C-9DD9-806D8E44FFC7}" dt="2026-10-16T11:44:51.494" v="774" actId="14100"/>
          <ac:graphicFrameMkLst>
            <pc:docMk/>
            <pc:sldMk cId="690752612" sldId="272"/>
            <ac:graphicFrameMk id="4" creationId="{C0E26319-E2E7-36AD-3D60-37A809D5F7B7}"/>
          </ac:graphicFrameMkLst>
        </pc:graphicFrameChg>
      </pc:sldChg>
      <pc:sldChg chg="addSp delSp modSp add del mod">
        <pc:chgData name="Ishan Malik" userId="75bbfd951af34ddf" providerId="LiveId" clId="{72EBD0DD-2070-4E6C-9DD9-806D8E44FFC7}" dt="2026-10-16T10:55:46.185" v="611" actId="47"/>
        <pc:sldMkLst>
          <pc:docMk/>
          <pc:sldMk cId="3702303451" sldId="272"/>
        </pc:sldMkLst>
      </pc:sldChg>
      <pc:sldChg chg="modSp new del mod">
        <pc:chgData name="Ishan Malik" userId="75bbfd951af34ddf" providerId="LiveId" clId="{72EBD0DD-2070-4E6C-9DD9-806D8E44FFC7}" dt="2026-10-16T10:55:13.891" v="610" actId="47"/>
        <pc:sldMkLst>
          <pc:docMk/>
          <pc:sldMk cId="1394337457" sldId="273"/>
        </pc:sldMkLst>
      </pc:sldChg>
      <pc:sldChg chg="addSp delSp modSp new del mod delAnim modAnim">
        <pc:chgData name="Ishan Malik" userId="75bbfd951af34ddf" providerId="LiveId" clId="{72EBD0DD-2070-4E6C-9DD9-806D8E44FFC7}" dt="2026-10-16T12:53:47.763" v="1032" actId="47"/>
        <pc:sldMkLst>
          <pc:docMk/>
          <pc:sldMk cId="1752313700" sldId="273"/>
        </pc:sldMkLst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2" creationId="{96F0FD57-CDF6-A2D5-962C-42952ECD38F9}"/>
          </ac:spMkLst>
        </pc:spChg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3" creationId="{864166A3-8AFE-0D80-A9D8-4C58EC73A08E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4" creationId="{2CEFA6A8-F1F5-6F0D-8EDF-38499523B2C3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5" creationId="{3C74F469-4AF1-2A54-52C4-E6A5C26E4144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7" creationId="{F198FAF9-E7FF-AFB0-3C84-E34646DEB57B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8" creationId="{7B28F696-99A0-2779-2C8E-96A12642703F}"/>
          </ac:spMkLst>
        </pc:spChg>
        <pc:graphicFrameChg chg="add del mod">
          <ac:chgData name="Ishan Malik" userId="75bbfd951af34ddf" providerId="LiveId" clId="{72EBD0DD-2070-4E6C-9DD9-806D8E44FFC7}" dt="2026-10-16T11:52:20.008" v="781" actId="478"/>
          <ac:graphicFrameMkLst>
            <pc:docMk/>
            <pc:sldMk cId="1752313700" sldId="273"/>
            <ac:graphicFrameMk id="6" creationId="{6ED5A742-C7CA-519F-A13F-9AA34346B7F2}"/>
          </ac:graphicFrameMkLst>
        </pc:graphicFrameChg>
        <pc:graphicFrameChg chg="add mod modGraphic">
          <ac:chgData name="Ishan Malik" userId="75bbfd951af34ddf" providerId="LiveId" clId="{72EBD0DD-2070-4E6C-9DD9-806D8E44FFC7}" dt="2026-10-16T11:52:31.112" v="783" actId="12385"/>
          <ac:graphicFrameMkLst>
            <pc:docMk/>
            <pc:sldMk cId="1752313700" sldId="273"/>
            <ac:graphicFrameMk id="9" creationId="{0A2979EF-51BC-47FD-8032-9A74F3C01162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3004590571" sldId="273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7236008" sldId="274"/>
        </pc:sldMkLst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2" creationId="{5B2F5C2E-4510-8A71-BB14-8166E25FAAC4}"/>
          </ac:spMkLst>
        </pc:spChg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3" creationId="{48180530-292A-92E8-A5E8-893F6B838B3F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4" creationId="{7DC74378-5DC9-08F6-8C60-3A4641BE2D03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5" creationId="{6CB58DFE-1DD1-872E-0E4C-EF3FF7187F69}"/>
          </ac:spMkLst>
        </pc:spChg>
        <pc:graphicFrameChg chg="add mod modGraphic">
          <ac:chgData name="Ishan Malik" userId="75bbfd951af34ddf" providerId="LiveId" clId="{72EBD0DD-2070-4E6C-9DD9-806D8E44FFC7}" dt="2026-10-16T11:53:32.160" v="787" actId="12385"/>
          <ac:graphicFrameMkLst>
            <pc:docMk/>
            <pc:sldMk cId="67236008" sldId="274"/>
            <ac:graphicFrameMk id="6" creationId="{2D3F36B1-2582-2D49-2665-D8660280F441}"/>
          </ac:graphicFrameMkLst>
        </pc:graphicFrame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2354652943" sldId="275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3940422643" sldId="275"/>
        </pc:sldMkLst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2" creationId="{043911CB-D802-651A-EA77-6D28A502818A}"/>
          </ac:spMkLst>
        </pc:spChg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3" creationId="{2EA3EDC2-8FD2-BB0A-2920-D080529319D7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4" creationId="{623245A4-77A8-850F-1FD8-A4CC8637FBB4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5" creationId="{230C0267-7689-D2EA-3021-71037E33ED86}"/>
          </ac:spMkLst>
        </pc:spChg>
        <pc:graphicFrameChg chg="add mod modGraphic">
          <ac:chgData name="Ishan Malik" userId="75bbfd951af34ddf" providerId="LiveId" clId="{72EBD0DD-2070-4E6C-9DD9-806D8E44FFC7}" dt="2026-10-16T11:54:15.696" v="791" actId="12385"/>
          <ac:graphicFrameMkLst>
            <pc:docMk/>
            <pc:sldMk cId="3940422643" sldId="275"/>
            <ac:graphicFrameMk id="6" creationId="{79AFC3FC-AFA9-36EA-4607-C88ADD36F921}"/>
          </ac:graphicFrameMkLst>
        </pc:graphicFrameChg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3995226230" sldId="276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202625963" sldId="277"/>
        </pc:sldMkLst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1166344116" sldId="278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654771116" sldId="278"/>
        </pc:sldMkLst>
      </pc:sldChg>
      <pc:sldChg chg="modSp new del mod addAnim delAnim modAnim">
        <pc:chgData name="Ishan Malik" userId="75bbfd951af34ddf" providerId="LiveId" clId="{72EBD0DD-2070-4E6C-9DD9-806D8E44FFC7}" dt="2026-10-16T12:53:47.763" v="1032" actId="47"/>
        <pc:sldMkLst>
          <pc:docMk/>
          <pc:sldMk cId="2902720412" sldId="279"/>
        </pc:sldMkLst>
        <pc:spChg chg="mod">
          <ac:chgData name="Ishan Malik" userId="75bbfd951af34ddf" providerId="LiveId" clId="{72EBD0DD-2070-4E6C-9DD9-806D8E44FFC7}" dt="2026-10-16T11:59:27.188" v="800"/>
          <ac:spMkLst>
            <pc:docMk/>
            <pc:sldMk cId="2902720412" sldId="279"/>
            <ac:spMk id="2" creationId="{E787F77C-81B8-E21A-0C58-64E2D75392B6}"/>
          </ac:spMkLst>
        </pc:spChg>
        <pc:spChg chg="mod">
          <ac:chgData name="Ishan Malik" userId="75bbfd951af34ddf" providerId="LiveId" clId="{72EBD0DD-2070-4E6C-9DD9-806D8E44FFC7}" dt="2026-10-16T12:03:50.431" v="825"/>
          <ac:spMkLst>
            <pc:docMk/>
            <pc:sldMk cId="2902720412" sldId="279"/>
            <ac:spMk id="3" creationId="{C5F42808-D605-4C4F-1D5A-102759A3330A}"/>
          </ac:spMkLst>
        </pc:spChg>
      </pc:sldChg>
      <pc:sldChg chg="modSp add del mod modAnim">
        <pc:chgData name="Ishan Malik" userId="75bbfd951af34ddf" providerId="LiveId" clId="{72EBD0DD-2070-4E6C-9DD9-806D8E44FFC7}" dt="2026-10-16T14:06:47.486" v="1133" actId="47"/>
        <pc:sldMkLst>
          <pc:docMk/>
          <pc:sldMk cId="3825974804" sldId="279"/>
        </pc:sldMkLst>
        <pc:spChg chg="mod">
          <ac:chgData name="Ishan Malik" userId="75bbfd951af34ddf" providerId="LiveId" clId="{72EBD0DD-2070-4E6C-9DD9-806D8E44FFC7}" dt="2026-10-16T13:59:49.889" v="1111" actId="20577"/>
          <ac:spMkLst>
            <pc:docMk/>
            <pc:sldMk cId="3825974804" sldId="279"/>
            <ac:spMk id="7" creationId="{E942911A-11BF-4CB3-6A32-A82101C0B9F1}"/>
          </ac:spMkLst>
        </pc:spChg>
      </pc:sldChg>
      <pc:sldChg chg="addSp delSp modSp new del mod">
        <pc:chgData name="Ishan Malik" userId="75bbfd951af34ddf" providerId="LiveId" clId="{72EBD0DD-2070-4E6C-9DD9-806D8E44FFC7}" dt="2026-10-16T12:53:47.763" v="1032" actId="47"/>
        <pc:sldMkLst>
          <pc:docMk/>
          <pc:sldMk cId="1578791227" sldId="280"/>
        </pc:sldMkLst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2" creationId="{715A6D95-886E-D964-E49B-D48EF23AE82B}"/>
          </ac:spMkLst>
        </pc:spChg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3" creationId="{97F16AD2-913A-5BCC-E847-E3CF9BF7AF8C}"/>
          </ac:spMkLst>
        </pc:spChg>
        <pc:spChg chg="add del">
          <ac:chgData name="Ishan Malik" userId="75bbfd951af34ddf" providerId="LiveId" clId="{72EBD0DD-2070-4E6C-9DD9-806D8E44FFC7}" dt="2026-10-16T12:05:06.777" v="838" actId="22"/>
          <ac:spMkLst>
            <pc:docMk/>
            <pc:sldMk cId="1578791227" sldId="280"/>
            <ac:spMk id="5" creationId="{027A3329-FFAD-7AB2-70A9-D8FF2B62D3A9}"/>
          </ac:spMkLst>
        </pc:spChg>
        <pc:spChg chg="add del">
          <ac:chgData name="Ishan Malik" userId="75bbfd951af34ddf" providerId="LiveId" clId="{72EBD0DD-2070-4E6C-9DD9-806D8E44FFC7}" dt="2026-10-16T12:05:35.990" v="844" actId="22"/>
          <ac:spMkLst>
            <pc:docMk/>
            <pc:sldMk cId="1578791227" sldId="280"/>
            <ac:spMk id="7" creationId="{0C43FC37-7321-A8CC-E3F1-E38696FDC323}"/>
          </ac:spMkLst>
        </pc:spChg>
        <pc:spChg chg="add del mod">
          <ac:chgData name="Ishan Malik" userId="75bbfd951af34ddf" providerId="LiveId" clId="{72EBD0DD-2070-4E6C-9DD9-806D8E44FFC7}" dt="2026-10-16T12:10:22.382" v="846" actId="478"/>
          <ac:spMkLst>
            <pc:docMk/>
            <pc:sldMk cId="1578791227" sldId="280"/>
            <ac:spMk id="9" creationId="{513F7F84-7D08-43EA-C597-9C13EC6BD681}"/>
          </ac:spMkLst>
        </pc:spChg>
        <pc:picChg chg="add">
          <ac:chgData name="Ishan Malik" userId="75bbfd951af34ddf" providerId="LiveId" clId="{72EBD0DD-2070-4E6C-9DD9-806D8E44FFC7}" dt="2026-10-16T12:10:23.189" v="847" actId="22"/>
          <ac:picMkLst>
            <pc:docMk/>
            <pc:sldMk cId="1578791227" sldId="280"/>
            <ac:picMk id="11" creationId="{CEE25D99-E561-77E1-7108-D5292D2277EE}"/>
          </ac:picMkLst>
        </pc:picChg>
      </pc:sldChg>
      <pc:sldChg chg="modSp add del">
        <pc:chgData name="Ishan Malik" userId="75bbfd951af34ddf" providerId="LiveId" clId="{72EBD0DD-2070-4E6C-9DD9-806D8E44FFC7}" dt="2026-10-16T14:06:47.486" v="1133" actId="47"/>
        <pc:sldMkLst>
          <pc:docMk/>
          <pc:sldMk cId="2475668265" sldId="280"/>
        </pc:sldMkLst>
        <pc:spChg chg="mod">
          <ac:chgData name="Ishan Malik" userId="75bbfd951af34ddf" providerId="LiveId" clId="{72EBD0DD-2070-4E6C-9DD9-806D8E44FFC7}" dt="2026-10-16T13:54:30.584" v="1083" actId="313"/>
          <ac:spMkLst>
            <pc:docMk/>
            <pc:sldMk cId="2475668265" sldId="280"/>
            <ac:spMk id="7" creationId="{FDAC2107-5E8A-E041-EE8C-E0E968DEE3DF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2" creationId="{E08F3F99-FE98-E30D-9505-609ABD68B342}"/>
          </ac:spMkLst>
        </pc:spChg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3" creationId="{BB636E8B-2E1C-0A70-3397-B934A91C16D8}"/>
          </ac:spMkLst>
        </pc:spChg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addSp delSp modSp new mod modAnim">
        <pc:chgData name="Ishan Malik" userId="75bbfd951af34ddf" providerId="LiveId" clId="{72EBD0DD-2070-4E6C-9DD9-806D8E44FFC7}" dt="2026-10-17T07:48:58.013" v="1382"/>
        <pc:sldMkLst>
          <pc:docMk/>
          <pc:sldMk cId="1600338391" sldId="282"/>
        </pc:sldMkLst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2" creationId="{DD241D78-B681-5297-1379-4F8ABBC1F479}"/>
          </ac:spMkLst>
        </pc:spChg>
        <pc:spChg chg="del mod">
          <ac:chgData name="Ishan Malik" userId="75bbfd951af34ddf" providerId="LiveId" clId="{72EBD0DD-2070-4E6C-9DD9-806D8E44FFC7}" dt="2026-10-16T14:38:50.827" v="1154" actId="478"/>
          <ac:spMkLst>
            <pc:docMk/>
            <pc:sldMk cId="1600338391" sldId="282"/>
            <ac:spMk id="3" creationId="{EC555074-B97A-EE11-1E49-9020A1CF7224}"/>
          </ac:spMkLst>
        </pc:spChg>
        <pc:spChg chg="add mod">
          <ac:chgData name="Ishan Malik" userId="75bbfd951af34ddf" providerId="LiveId" clId="{72EBD0DD-2070-4E6C-9DD9-806D8E44FFC7}" dt="2026-10-17T07:47:45.186" v="1375" actId="20577"/>
          <ac:spMkLst>
            <pc:docMk/>
            <pc:sldMk cId="1600338391" sldId="282"/>
            <ac:spMk id="5" creationId="{670FD740-D0FF-B5D6-556D-2D5CD62C2D11}"/>
          </ac:spMkLst>
        </pc:spChg>
        <pc:spChg chg="add mod">
          <ac:chgData name="Ishan Malik" userId="75bbfd951af34ddf" providerId="LiveId" clId="{72EBD0DD-2070-4E6C-9DD9-806D8E44FFC7}" dt="2026-10-17T07:48:49.544" v="1380" actId="12"/>
          <ac:spMkLst>
            <pc:docMk/>
            <pc:sldMk cId="1600338391" sldId="282"/>
            <ac:spMk id="7" creationId="{BBBEE7FA-95FB-F9CE-01F4-AD6C722DB358}"/>
          </ac:spMkLst>
        </pc:spChg>
      </pc:sldChg>
      <pc:sldChg chg="modSp add del mod ord modAnim">
        <pc:chgData name="Ishan Malik" userId="75bbfd951af34ddf" providerId="LiveId" clId="{72EBD0DD-2070-4E6C-9DD9-806D8E44FFC7}" dt="2026-10-16T12:53:47.763" v="1032" actId="47"/>
        <pc:sldMkLst>
          <pc:docMk/>
          <pc:sldMk cId="2760807178" sldId="282"/>
        </pc:sldMkLst>
        <pc:spChg chg="mod">
          <ac:chgData name="Ishan Malik" userId="75bbfd951af34ddf" providerId="LiveId" clId="{72EBD0DD-2070-4E6C-9DD9-806D8E44FFC7}" dt="2026-10-16T12:32:34.646" v="899" actId="5793"/>
          <ac:spMkLst>
            <pc:docMk/>
            <pc:sldMk cId="2760807178" sldId="282"/>
            <ac:spMk id="7" creationId="{EF70DD05-BB78-6DE6-E3C1-50420AF6E7CA}"/>
          </ac:spMkLst>
        </pc:spChg>
      </pc:sldChg>
      <pc:sldChg chg="modSp new del mod">
        <pc:chgData name="Ishan Malik" userId="75bbfd951af34ddf" providerId="LiveId" clId="{72EBD0DD-2070-4E6C-9DD9-806D8E44FFC7}" dt="2026-10-16T14:06:47.486" v="1133" actId="47"/>
        <pc:sldMkLst>
          <pc:docMk/>
          <pc:sldMk cId="2345897597" sldId="283"/>
        </pc:sldMkLst>
        <pc:spChg chg="mod">
          <ac:chgData name="Ishan Malik" userId="75bbfd951af34ddf" providerId="LiveId" clId="{72EBD0DD-2070-4E6C-9DD9-806D8E44FFC7}" dt="2026-10-16T12:56:56.286" v="1057"/>
          <ac:spMkLst>
            <pc:docMk/>
            <pc:sldMk cId="2345897597" sldId="283"/>
            <ac:spMk id="2" creationId="{10F351B3-B9E4-33B5-FC82-F8BEC766FE9E}"/>
          </ac:spMkLst>
        </pc:spChg>
        <pc:spChg chg="mod">
          <ac:chgData name="Ishan Malik" userId="75bbfd951af34ddf" providerId="LiveId" clId="{72EBD0DD-2070-4E6C-9DD9-806D8E44FFC7}" dt="2026-10-16T12:57:07.268" v="1060" actId="20577"/>
          <ac:spMkLst>
            <pc:docMk/>
            <pc:sldMk cId="2345897597" sldId="283"/>
            <ac:spMk id="3" creationId="{220C6945-50B5-AD24-BA8A-DCDB2BF1163F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499653622" sldId="283"/>
        </pc:sldMkLst>
        <pc:spChg chg="mod">
          <ac:chgData name="Ishan Malik" userId="75bbfd951af34ddf" providerId="LiveId" clId="{72EBD0DD-2070-4E6C-9DD9-806D8E44FFC7}" dt="2026-10-16T12:35:54.472" v="976" actId="20577"/>
          <ac:spMkLst>
            <pc:docMk/>
            <pc:sldMk cId="2499653622" sldId="283"/>
            <ac:spMk id="7" creationId="{98716BF6-807D-9169-4485-7D96C1DE2F5E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834533051" sldId="284"/>
        </pc:sldMkLst>
        <pc:spChg chg="mod">
          <ac:chgData name="Ishan Malik" userId="75bbfd951af34ddf" providerId="LiveId" clId="{72EBD0DD-2070-4E6C-9DD9-806D8E44FFC7}" dt="2026-10-16T12:38:51.858" v="1020" actId="20577"/>
          <ac:spMkLst>
            <pc:docMk/>
            <pc:sldMk cId="834533051" sldId="284"/>
            <ac:spMk id="7" creationId="{412BFBDB-9302-B879-049A-24882391314C}"/>
          </ac:spMkLst>
        </pc:sp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1560119285" sldId="284"/>
        </pc:sldMkLst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2" creationId="{B3533D23-F895-3BEB-DF33-E841749FDCF0}"/>
          </ac:spMkLst>
        </pc:spChg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3" creationId="{71B78E5E-A4D3-4349-42CF-49C9DE9EEFA4}"/>
          </ac:spMkLst>
        </pc:spChg>
        <pc:picChg chg="add">
          <ac:chgData name="Ishan Malik" userId="75bbfd951af34ddf" providerId="LiveId" clId="{72EBD0DD-2070-4E6C-9DD9-806D8E44FFC7}" dt="2026-10-16T13:02:12.663" v="1063" actId="22"/>
          <ac:picMkLst>
            <pc:docMk/>
            <pc:sldMk cId="1560119285" sldId="284"/>
            <ac:picMk id="5" creationId="{B7D4E983-A4AA-A71F-36D9-A35B1D8CBD42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3647402137" sldId="285"/>
        </pc:sldMkLst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2" creationId="{749529CB-5C47-E2E3-1E11-BD40FA1E908E}"/>
          </ac:spMkLst>
        </pc:spChg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3" creationId="{59EAC0F3-1252-E882-C717-5B3212ECC433}"/>
          </ac:spMkLst>
        </pc:spChg>
        <pc:picChg chg="add">
          <ac:chgData name="Ishan Malik" userId="75bbfd951af34ddf" providerId="LiveId" clId="{72EBD0DD-2070-4E6C-9DD9-806D8E44FFC7}" dt="2026-10-16T13:02:28.708" v="1066" actId="22"/>
          <ac:picMkLst>
            <pc:docMk/>
            <pc:sldMk cId="3647402137" sldId="285"/>
            <ac:picMk id="5" creationId="{8D87AD78-E8BD-17E2-62F8-B95FB77A37DE}"/>
          </ac:picMkLst>
        </pc:picChg>
      </pc:sldChg>
      <pc:sldChg chg="addSp delSp new del mod">
        <pc:chgData name="Ishan Malik" userId="75bbfd951af34ddf" providerId="LiveId" clId="{72EBD0DD-2070-4E6C-9DD9-806D8E44FFC7}" dt="2026-10-16T14:06:47.486" v="1133" actId="47"/>
        <pc:sldMkLst>
          <pc:docMk/>
          <pc:sldMk cId="1372197351" sldId="286"/>
        </pc:sldMkLst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2" creationId="{0992841B-C939-4170-2ECB-DAFD71616D0C}"/>
          </ac:spMkLst>
        </pc:spChg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3" creationId="{59694460-ADB9-63C1-1D2A-83A55FF7C3F6}"/>
          </ac:spMkLst>
        </pc:spChg>
        <pc:picChg chg="add">
          <ac:chgData name="Ishan Malik" userId="75bbfd951af34ddf" providerId="LiveId" clId="{72EBD0DD-2070-4E6C-9DD9-806D8E44FFC7}" dt="2026-10-16T13:11:08.313" v="1069" actId="22"/>
          <ac:picMkLst>
            <pc:docMk/>
            <pc:sldMk cId="1372197351" sldId="286"/>
            <ac:picMk id="5" creationId="{1C0C409E-1867-8AAE-CD7A-0A8CD0A41B41}"/>
          </ac:picMkLst>
        </pc:picChg>
      </pc:sldChg>
      <pc:sldChg chg="addSp delSp new del mod ord">
        <pc:chgData name="Ishan Malik" userId="75bbfd951af34ddf" providerId="LiveId" clId="{72EBD0DD-2070-4E6C-9DD9-806D8E44FFC7}" dt="2026-10-16T14:06:47.486" v="1133" actId="47"/>
        <pc:sldMkLst>
          <pc:docMk/>
          <pc:sldMk cId="2881740866" sldId="287"/>
        </pc:sldMkLst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2" creationId="{3099D7B1-6B93-DEE2-456A-111352668135}"/>
          </ac:spMkLst>
        </pc:spChg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3" creationId="{43181B6A-CACA-22FD-71B9-BEBEF48FBD1C}"/>
          </ac:spMkLst>
        </pc:spChg>
        <pc:picChg chg="add">
          <ac:chgData name="Ishan Malik" userId="75bbfd951af34ddf" providerId="LiveId" clId="{72EBD0DD-2070-4E6C-9DD9-806D8E44FFC7}" dt="2026-10-16T13:40:18.300" v="1072" actId="22"/>
          <ac:picMkLst>
            <pc:docMk/>
            <pc:sldMk cId="2881740866" sldId="287"/>
            <ac:picMk id="5" creationId="{D55AEC98-B707-E6FE-FD6E-037258750720}"/>
          </ac:picMkLst>
        </pc:picChg>
      </pc:sldChg>
      <pc:sldChg chg="add del">
        <pc:chgData name="Ishan Malik" userId="75bbfd951af34ddf" providerId="LiveId" clId="{72EBD0DD-2070-4E6C-9DD9-806D8E44FFC7}" dt="2026-10-16T14:06:47.486" v="1133" actId="47"/>
        <pc:sldMkLst>
          <pc:docMk/>
          <pc:sldMk cId="946037357" sldId="288"/>
        </pc:sldMkLst>
      </pc:sldChg>
      <pc:sldChg chg="modSp add mod modAnim">
        <pc:chgData name="Ishan Malik" userId="75bbfd951af34ddf" providerId="LiveId" clId="{72EBD0DD-2070-4E6C-9DD9-806D8E44FFC7}" dt="2026-10-17T10:55:33.678" v="1535" actId="20577"/>
        <pc:sldMkLst>
          <pc:docMk/>
          <pc:sldMk cId="2404380979" sldId="289"/>
        </pc:sldMkLst>
        <pc:spChg chg="mod">
          <ac:chgData name="Ishan Malik" userId="75bbfd951af34ddf" providerId="LiveId" clId="{72EBD0DD-2070-4E6C-9DD9-806D8E44FFC7}" dt="2026-10-17T10:55:33.678" v="1535" actId="20577"/>
          <ac:spMkLst>
            <pc:docMk/>
            <pc:sldMk cId="2404380979" sldId="289"/>
            <ac:spMk id="7" creationId="{F3A67794-4A97-9691-63F1-E84A05ABF576}"/>
          </ac:spMkLst>
        </pc:spChg>
      </pc:sldChg>
      <pc:sldChg chg="addSp delSp modSp new mod">
        <pc:chgData name="Ishan Malik" userId="75bbfd951af34ddf" providerId="LiveId" clId="{72EBD0DD-2070-4E6C-9DD9-806D8E44FFC7}" dt="2026-10-17T08:12:03.638" v="1388" actId="14100"/>
        <pc:sldMkLst>
          <pc:docMk/>
          <pc:sldMk cId="695087413" sldId="290"/>
        </pc:sldMkLst>
        <pc:spChg chg="del">
          <ac:chgData name="Ishan Malik" userId="75bbfd951af34ddf" providerId="LiveId" clId="{72EBD0DD-2070-4E6C-9DD9-806D8E44FFC7}" dt="2026-10-17T08:11:53.563" v="1384" actId="478"/>
          <ac:spMkLst>
            <pc:docMk/>
            <pc:sldMk cId="695087413" sldId="290"/>
            <ac:spMk id="2" creationId="{63A94B0E-A889-13DD-1412-19045EF26BFC}"/>
          </ac:spMkLst>
        </pc:spChg>
        <pc:spChg chg="del">
          <ac:chgData name="Ishan Malik" userId="75bbfd951af34ddf" providerId="LiveId" clId="{72EBD0DD-2070-4E6C-9DD9-806D8E44FFC7}" dt="2026-10-17T08:11:53.563" v="1384" actId="478"/>
          <ac:spMkLst>
            <pc:docMk/>
            <pc:sldMk cId="695087413" sldId="290"/>
            <ac:spMk id="3" creationId="{C78B3F19-DAFA-A7D8-F0DA-4F04C49C7319}"/>
          </ac:spMkLst>
        </pc:spChg>
        <pc:picChg chg="add mod">
          <ac:chgData name="Ishan Malik" userId="75bbfd951af34ddf" providerId="LiveId" clId="{72EBD0DD-2070-4E6C-9DD9-806D8E44FFC7}" dt="2026-10-17T08:12:03.638" v="1388" actId="14100"/>
          <ac:picMkLst>
            <pc:docMk/>
            <pc:sldMk cId="695087413" sldId="290"/>
            <ac:picMk id="4" creationId="{994AA328-F0CC-8152-EBDB-B5EF81C3F63C}"/>
          </ac:picMkLst>
        </pc:picChg>
      </pc:sldChg>
      <pc:sldChg chg="addSp delSp new del mod">
        <pc:chgData name="Ishan Malik" userId="75bbfd951af34ddf" providerId="LiveId" clId="{72EBD0DD-2070-4E6C-9DD9-806D8E44FFC7}" dt="2026-10-17T03:43:45.946" v="1362" actId="47"/>
        <pc:sldMkLst>
          <pc:docMk/>
          <pc:sldMk cId="3209596444" sldId="290"/>
        </pc:sldMkLst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2" creationId="{DAAD2DD4-3C28-8C50-36C4-6DE00D112E22}"/>
          </ac:spMkLst>
        </pc:spChg>
        <pc:spChg chg="del">
          <ac:chgData name="Ishan Malik" userId="75bbfd951af34ddf" providerId="LiveId" clId="{72EBD0DD-2070-4E6C-9DD9-806D8E44FFC7}" dt="2026-10-16T15:16:47.223" v="1181" actId="478"/>
          <ac:spMkLst>
            <pc:docMk/>
            <pc:sldMk cId="3209596444" sldId="290"/>
            <ac:spMk id="3" creationId="{7DC59C13-4E2C-6230-9122-D14458BB103C}"/>
          </ac:spMkLst>
        </pc:spChg>
        <pc:picChg chg="add">
          <ac:chgData name="Ishan Malik" userId="75bbfd951af34ddf" providerId="LiveId" clId="{72EBD0DD-2070-4E6C-9DD9-806D8E44FFC7}" dt="2026-10-16T15:16:48.015" v="1182" actId="22"/>
          <ac:picMkLst>
            <pc:docMk/>
            <pc:sldMk cId="3209596444" sldId="290"/>
            <ac:picMk id="5" creationId="{84B3CD50-4E2B-1625-2B8D-4615A68121E6}"/>
          </ac:picMkLst>
        </pc:picChg>
      </pc:sldChg>
      <pc:sldChg chg="addSp modSp new del mod modAnim">
        <pc:chgData name="Ishan Malik" userId="75bbfd951af34ddf" providerId="LiveId" clId="{72EBD0DD-2070-4E6C-9DD9-806D8E44FFC7}" dt="2026-10-17T03:43:45.946" v="1362" actId="47"/>
        <pc:sldMkLst>
          <pc:docMk/>
          <pc:sldMk cId="308682377" sldId="291"/>
        </pc:sldMkLst>
        <pc:spChg chg="mod">
          <ac:chgData name="Ishan Malik" userId="75bbfd951af34ddf" providerId="LiveId" clId="{72EBD0DD-2070-4E6C-9DD9-806D8E44FFC7}" dt="2026-10-16T15:26:39.382" v="1184"/>
          <ac:spMkLst>
            <pc:docMk/>
            <pc:sldMk cId="308682377" sldId="291"/>
            <ac:spMk id="2" creationId="{94E4AD8E-FDFB-59F9-9414-904E3C5C3E0A}"/>
          </ac:spMkLst>
        </pc:spChg>
        <pc:spChg chg="mod">
          <ac:chgData name="Ishan Malik" userId="75bbfd951af34ddf" providerId="LiveId" clId="{72EBD0DD-2070-4E6C-9DD9-806D8E44FFC7}" dt="2026-10-16T15:28:55.046" v="1223"/>
          <ac:spMkLst>
            <pc:docMk/>
            <pc:sldMk cId="308682377" sldId="291"/>
            <ac:spMk id="3" creationId="{604B4915-95FA-DD13-3F0C-010E66D28909}"/>
          </ac:spMkLst>
        </pc:spChg>
        <pc:spChg chg="add mod">
          <ac:chgData name="Ishan Malik" userId="75bbfd951af34ddf" providerId="LiveId" clId="{72EBD0DD-2070-4E6C-9DD9-806D8E44FFC7}" dt="2026-10-16T15:30:52.695" v="1248" actId="1076"/>
          <ac:spMkLst>
            <pc:docMk/>
            <pc:sldMk cId="308682377" sldId="291"/>
            <ac:spMk id="4" creationId="{F8B656AA-7F69-CFD3-142A-535FE1CF6954}"/>
          </ac:spMkLst>
        </pc:spChg>
        <pc:spChg chg="add mod">
          <ac:chgData name="Ishan Malik" userId="75bbfd951af34ddf" providerId="LiveId" clId="{72EBD0DD-2070-4E6C-9DD9-806D8E44FFC7}" dt="2026-10-16T15:31:24.819" v="1257" actId="1076"/>
          <ac:spMkLst>
            <pc:docMk/>
            <pc:sldMk cId="308682377" sldId="291"/>
            <ac:spMk id="5" creationId="{A3376280-1090-5C5C-96A6-A8734108D457}"/>
          </ac:spMkLst>
        </pc:spChg>
      </pc:sldChg>
      <pc:sldChg chg="modSp new mod modAnim">
        <pc:chgData name="Ishan Malik" userId="75bbfd951af34ddf" providerId="LiveId" clId="{72EBD0DD-2070-4E6C-9DD9-806D8E44FFC7}" dt="2026-10-17T08:37:27.412" v="1416"/>
        <pc:sldMkLst>
          <pc:docMk/>
          <pc:sldMk cId="328874458" sldId="291"/>
        </pc:sldMkLst>
        <pc:spChg chg="mod">
          <ac:chgData name="Ishan Malik" userId="75bbfd951af34ddf" providerId="LiveId" clId="{72EBD0DD-2070-4E6C-9DD9-806D8E44FFC7}" dt="2026-10-17T08:18:18.237" v="1390"/>
          <ac:spMkLst>
            <pc:docMk/>
            <pc:sldMk cId="328874458" sldId="291"/>
            <ac:spMk id="2" creationId="{B15B8343-CACD-DDE3-F5B1-0A9412AC0AD2}"/>
          </ac:spMkLst>
        </pc:spChg>
        <pc:spChg chg="mod">
          <ac:chgData name="Ishan Malik" userId="75bbfd951af34ddf" providerId="LiveId" clId="{72EBD0DD-2070-4E6C-9DD9-806D8E44FFC7}" dt="2026-10-17T08:36:59.637" v="1413" actId="20577"/>
          <ac:spMkLst>
            <pc:docMk/>
            <pc:sldMk cId="328874458" sldId="291"/>
            <ac:spMk id="3" creationId="{BB0361CE-6B66-691C-5AC4-32B594B87B21}"/>
          </ac:spMkLst>
        </pc:spChg>
      </pc:sldChg>
      <pc:sldChg chg="addSp delSp modSp add del mod delAnim modAnim">
        <pc:chgData name="Ishan Malik" userId="75bbfd951af34ddf" providerId="LiveId" clId="{72EBD0DD-2070-4E6C-9DD9-806D8E44FFC7}" dt="2026-10-17T03:43:45.946" v="1362" actId="47"/>
        <pc:sldMkLst>
          <pc:docMk/>
          <pc:sldMk cId="1992385909" sldId="292"/>
        </pc:sldMkLst>
        <pc:spChg chg="mod">
          <ac:chgData name="Ishan Malik" userId="75bbfd951af34ddf" providerId="LiveId" clId="{72EBD0DD-2070-4E6C-9DD9-806D8E44FFC7}" dt="2026-10-16T15:32:39.512" v="1269" actId="20577"/>
          <ac:spMkLst>
            <pc:docMk/>
            <pc:sldMk cId="1992385909" sldId="292"/>
            <ac:spMk id="3" creationId="{01BCE78D-EB6A-AAD2-3472-45388A4F7EA2}"/>
          </ac:spMkLst>
        </pc:spChg>
        <pc:spChg chg="del">
          <ac:chgData name="Ishan Malik" userId="75bbfd951af34ddf" providerId="LiveId" clId="{72EBD0DD-2070-4E6C-9DD9-806D8E44FFC7}" dt="2026-10-16T15:32:19.832" v="1265" actId="478"/>
          <ac:spMkLst>
            <pc:docMk/>
            <pc:sldMk cId="1992385909" sldId="292"/>
            <ac:spMk id="4" creationId="{2F0BCB73-B940-FBC2-907B-29A23E9DE574}"/>
          </ac:spMkLst>
        </pc:spChg>
        <pc:spChg chg="add del mod">
          <ac:chgData name="Ishan Malik" userId="75bbfd951af34ddf" providerId="LiveId" clId="{72EBD0DD-2070-4E6C-9DD9-806D8E44FFC7}" dt="2026-10-16T15:33:00.115" v="1272" actId="478"/>
          <ac:spMkLst>
            <pc:docMk/>
            <pc:sldMk cId="1992385909" sldId="292"/>
            <ac:spMk id="5" creationId="{5813B278-F6E2-C067-DB57-9BCEC41AB66E}"/>
          </ac:spMkLst>
        </pc:spChg>
        <pc:spChg chg="add mod">
          <ac:chgData name="Ishan Malik" userId="75bbfd951af34ddf" providerId="LiveId" clId="{72EBD0DD-2070-4E6C-9DD9-806D8E44FFC7}" dt="2026-10-16T15:33:12.251" v="1274" actId="1076"/>
          <ac:spMkLst>
            <pc:docMk/>
            <pc:sldMk cId="1992385909" sldId="292"/>
            <ac:spMk id="6" creationId="{BDF5688C-FF9A-7CED-F61D-F0110DB1F1F2}"/>
          </ac:spMkLst>
        </pc:spChg>
        <pc:spChg chg="add mod">
          <ac:chgData name="Ishan Malik" userId="75bbfd951af34ddf" providerId="LiveId" clId="{72EBD0DD-2070-4E6C-9DD9-806D8E44FFC7}" dt="2026-10-16T15:33:56.382" v="1283" actId="20577"/>
          <ac:spMkLst>
            <pc:docMk/>
            <pc:sldMk cId="1992385909" sldId="292"/>
            <ac:spMk id="7" creationId="{2C704AFF-6FBE-4491-6A73-075EA009F20F}"/>
          </ac:spMkLst>
        </pc:spChg>
      </pc:sldChg>
      <pc:sldChg chg="addSp delSp new mod">
        <pc:chgData name="Ishan Malik" userId="75bbfd951af34ddf" providerId="LiveId" clId="{72EBD0DD-2070-4E6C-9DD9-806D8E44FFC7}" dt="2026-10-17T08:41:38.430" v="1419" actId="22"/>
        <pc:sldMkLst>
          <pc:docMk/>
          <pc:sldMk cId="2498749778" sldId="292"/>
        </pc:sldMkLst>
        <pc:spChg chg="del">
          <ac:chgData name="Ishan Malik" userId="75bbfd951af34ddf" providerId="LiveId" clId="{72EBD0DD-2070-4E6C-9DD9-806D8E44FFC7}" dt="2026-10-17T08:41:37.744" v="1418" actId="478"/>
          <ac:spMkLst>
            <pc:docMk/>
            <pc:sldMk cId="2498749778" sldId="292"/>
            <ac:spMk id="2" creationId="{806E9DF6-228E-863E-3271-2C1059C6B32D}"/>
          </ac:spMkLst>
        </pc:spChg>
        <pc:spChg chg="del">
          <ac:chgData name="Ishan Malik" userId="75bbfd951af34ddf" providerId="LiveId" clId="{72EBD0DD-2070-4E6C-9DD9-806D8E44FFC7}" dt="2026-10-17T08:41:37.744" v="1418" actId="478"/>
          <ac:spMkLst>
            <pc:docMk/>
            <pc:sldMk cId="2498749778" sldId="292"/>
            <ac:spMk id="3" creationId="{7A60FDB0-5B8B-B9DD-EE04-F70EAB929551}"/>
          </ac:spMkLst>
        </pc:spChg>
        <pc:picChg chg="add">
          <ac:chgData name="Ishan Malik" userId="75bbfd951af34ddf" providerId="LiveId" clId="{72EBD0DD-2070-4E6C-9DD9-806D8E44FFC7}" dt="2026-10-17T08:41:38.430" v="1419" actId="22"/>
          <ac:picMkLst>
            <pc:docMk/>
            <pc:sldMk cId="2498749778" sldId="292"/>
            <ac:picMk id="5" creationId="{7C00074F-9229-F4DF-D537-BDBF98597942}"/>
          </ac:picMkLst>
        </pc:pic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932851628" sldId="293"/>
        </pc:sldMkLst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2" creationId="{E56FE932-0194-9401-F970-BD1185DACA3E}"/>
          </ac:spMkLst>
        </pc:spChg>
        <pc:spChg chg="del">
          <ac:chgData name="Ishan Malik" userId="75bbfd951af34ddf" providerId="LiveId" clId="{72EBD0DD-2070-4E6C-9DD9-806D8E44FFC7}" dt="2026-10-16T15:35:36.373" v="1285" actId="478"/>
          <ac:spMkLst>
            <pc:docMk/>
            <pc:sldMk cId="2932851628" sldId="293"/>
            <ac:spMk id="3" creationId="{E1FB66C5-8728-9F93-43AA-F04ED982085D}"/>
          </ac:spMkLst>
        </pc:spChg>
        <pc:picChg chg="add mod">
          <ac:chgData name="Ishan Malik" userId="75bbfd951af34ddf" providerId="LiveId" clId="{72EBD0DD-2070-4E6C-9DD9-806D8E44FFC7}" dt="2026-10-16T15:35:47.622" v="1289" actId="14100"/>
          <ac:picMkLst>
            <pc:docMk/>
            <pc:sldMk cId="2932851628" sldId="293"/>
            <ac:picMk id="4" creationId="{03796133-2FE9-81C1-FB13-8E18922926CA}"/>
          </ac:picMkLst>
        </pc:picChg>
        <pc:picChg chg="add">
          <ac:chgData name="Ishan Malik" userId="75bbfd951af34ddf" providerId="LiveId" clId="{72EBD0DD-2070-4E6C-9DD9-806D8E44FFC7}" dt="2026-10-16T15:37:35.712" v="1290" actId="22"/>
          <ac:picMkLst>
            <pc:docMk/>
            <pc:sldMk cId="2932851628" sldId="293"/>
            <ac:picMk id="6" creationId="{B760F818-3D75-027F-99D1-0BDD32EC6EEE}"/>
          </ac:picMkLst>
        </pc:picChg>
      </pc:sldChg>
      <pc:sldChg chg="modSp new mod modAnim">
        <pc:chgData name="Ishan Malik" userId="75bbfd951af34ddf" providerId="LiveId" clId="{72EBD0DD-2070-4E6C-9DD9-806D8E44FFC7}" dt="2026-10-17T09:01:02.139" v="1432"/>
        <pc:sldMkLst>
          <pc:docMk/>
          <pc:sldMk cId="4055420964" sldId="293"/>
        </pc:sldMkLst>
        <pc:spChg chg="mod">
          <ac:chgData name="Ishan Malik" userId="75bbfd951af34ddf" providerId="LiveId" clId="{72EBD0DD-2070-4E6C-9DD9-806D8E44FFC7}" dt="2026-10-17T08:50:06.977" v="1427" actId="20577"/>
          <ac:spMkLst>
            <pc:docMk/>
            <pc:sldMk cId="4055420964" sldId="293"/>
            <ac:spMk id="2" creationId="{8089A52E-8263-C7FF-782D-03767B4D2B1E}"/>
          </ac:spMkLst>
        </pc:spChg>
        <pc:spChg chg="mod">
          <ac:chgData name="Ishan Malik" userId="75bbfd951af34ddf" providerId="LiveId" clId="{72EBD0DD-2070-4E6C-9DD9-806D8E44FFC7}" dt="2026-10-17T09:00:47.663" v="1429" actId="20577"/>
          <ac:spMkLst>
            <pc:docMk/>
            <pc:sldMk cId="4055420964" sldId="293"/>
            <ac:spMk id="3" creationId="{209897AF-065C-E829-5693-534BBF319368}"/>
          </ac:spMkLst>
        </pc:spChg>
      </pc:sldChg>
      <pc:sldChg chg="addSp delSp modSp new mod">
        <pc:chgData name="Ishan Malik" userId="75bbfd951af34ddf" providerId="LiveId" clId="{72EBD0DD-2070-4E6C-9DD9-806D8E44FFC7}" dt="2026-10-17T09:41:06.524" v="1438" actId="14100"/>
        <pc:sldMkLst>
          <pc:docMk/>
          <pc:sldMk cId="1409492326" sldId="294"/>
        </pc:sldMkLst>
        <pc:spChg chg="del">
          <ac:chgData name="Ishan Malik" userId="75bbfd951af34ddf" providerId="LiveId" clId="{72EBD0DD-2070-4E6C-9DD9-806D8E44FFC7}" dt="2026-10-17T09:40:55.817" v="1434" actId="478"/>
          <ac:spMkLst>
            <pc:docMk/>
            <pc:sldMk cId="1409492326" sldId="294"/>
            <ac:spMk id="2" creationId="{FABF0E61-A040-5BD6-F9EE-4D17FA611149}"/>
          </ac:spMkLst>
        </pc:spChg>
        <pc:spChg chg="del">
          <ac:chgData name="Ishan Malik" userId="75bbfd951af34ddf" providerId="LiveId" clId="{72EBD0DD-2070-4E6C-9DD9-806D8E44FFC7}" dt="2026-10-17T09:40:55.817" v="1434" actId="478"/>
          <ac:spMkLst>
            <pc:docMk/>
            <pc:sldMk cId="1409492326" sldId="294"/>
            <ac:spMk id="3" creationId="{9202DDFF-C655-D40D-5E23-8DA6A024EEB5}"/>
          </ac:spMkLst>
        </pc:spChg>
        <pc:picChg chg="add mod">
          <ac:chgData name="Ishan Malik" userId="75bbfd951af34ddf" providerId="LiveId" clId="{72EBD0DD-2070-4E6C-9DD9-806D8E44FFC7}" dt="2026-10-17T09:41:06.524" v="1438" actId="14100"/>
          <ac:picMkLst>
            <pc:docMk/>
            <pc:sldMk cId="1409492326" sldId="294"/>
            <ac:picMk id="4" creationId="{99CD3E72-C73A-0DA6-0C0A-F07E2B4DEFF8}"/>
          </ac:picMkLst>
        </pc:pic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3032367073" sldId="294"/>
        </pc:sldMkLst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2" creationId="{51D78AE7-53F0-E543-5A30-B25A504C5965}"/>
          </ac:spMkLst>
        </pc:spChg>
        <pc:spChg chg="del">
          <ac:chgData name="Ishan Malik" userId="75bbfd951af34ddf" providerId="LiveId" clId="{72EBD0DD-2070-4E6C-9DD9-806D8E44FFC7}" dt="2026-10-16T15:42:11.322" v="1292" actId="478"/>
          <ac:spMkLst>
            <pc:docMk/>
            <pc:sldMk cId="3032367073" sldId="294"/>
            <ac:spMk id="3" creationId="{BCB42619-BE65-A616-A999-FA629331DFC0}"/>
          </ac:spMkLst>
        </pc:spChg>
        <pc:picChg chg="add mod">
          <ac:chgData name="Ishan Malik" userId="75bbfd951af34ddf" providerId="LiveId" clId="{72EBD0DD-2070-4E6C-9DD9-806D8E44FFC7}" dt="2026-10-16T15:42:19.982" v="1296" actId="14100"/>
          <ac:picMkLst>
            <pc:docMk/>
            <pc:sldMk cId="3032367073" sldId="294"/>
            <ac:picMk id="4" creationId="{5736DA0C-064A-037D-1D22-9AF2F5CFE740}"/>
          </ac:picMkLst>
        </pc:picChg>
      </pc:sldChg>
      <pc:sldChg chg="addSp delSp new mod">
        <pc:chgData name="Ishan Malik" userId="75bbfd951af34ddf" providerId="LiveId" clId="{72EBD0DD-2070-4E6C-9DD9-806D8E44FFC7}" dt="2026-10-17T09:48:49.388" v="1441" actId="22"/>
        <pc:sldMkLst>
          <pc:docMk/>
          <pc:sldMk cId="3813719870" sldId="295"/>
        </pc:sldMkLst>
        <pc:spChg chg="del">
          <ac:chgData name="Ishan Malik" userId="75bbfd951af34ddf" providerId="LiveId" clId="{72EBD0DD-2070-4E6C-9DD9-806D8E44FFC7}" dt="2026-10-17T09:48:48.682" v="1440" actId="478"/>
          <ac:spMkLst>
            <pc:docMk/>
            <pc:sldMk cId="3813719870" sldId="295"/>
            <ac:spMk id="2" creationId="{EBD93D51-4DF8-C6A7-DFB7-C4BF70475C28}"/>
          </ac:spMkLst>
        </pc:spChg>
        <pc:spChg chg="del">
          <ac:chgData name="Ishan Malik" userId="75bbfd951af34ddf" providerId="LiveId" clId="{72EBD0DD-2070-4E6C-9DD9-806D8E44FFC7}" dt="2026-10-17T09:48:48.682" v="1440" actId="478"/>
          <ac:spMkLst>
            <pc:docMk/>
            <pc:sldMk cId="3813719870" sldId="295"/>
            <ac:spMk id="3" creationId="{275A16CC-933D-F4DE-8131-DC8ED8A36896}"/>
          </ac:spMkLst>
        </pc:spChg>
        <pc:picChg chg="add">
          <ac:chgData name="Ishan Malik" userId="75bbfd951af34ddf" providerId="LiveId" clId="{72EBD0DD-2070-4E6C-9DD9-806D8E44FFC7}" dt="2026-10-17T09:48:49.388" v="1441" actId="22"/>
          <ac:picMkLst>
            <pc:docMk/>
            <pc:sldMk cId="3813719870" sldId="295"/>
            <ac:picMk id="5" creationId="{A2BE4B58-5316-D7C3-299F-01FFB1E41B1C}"/>
          </ac:picMkLst>
        </pc:picChg>
      </pc:sldChg>
      <pc:sldChg chg="addSp modSp new del mod">
        <pc:chgData name="Ishan Malik" userId="75bbfd951af34ddf" providerId="LiveId" clId="{72EBD0DD-2070-4E6C-9DD9-806D8E44FFC7}" dt="2026-10-17T03:43:45.946" v="1362" actId="47"/>
        <pc:sldMkLst>
          <pc:docMk/>
          <pc:sldMk cId="4165888872" sldId="295"/>
        </pc:sldMkLst>
        <pc:spChg chg="mod">
          <ac:chgData name="Ishan Malik" userId="75bbfd951af34ddf" providerId="LiveId" clId="{72EBD0DD-2070-4E6C-9DD9-806D8E44FFC7}" dt="2026-10-16T15:58:10.913" v="1298"/>
          <ac:spMkLst>
            <pc:docMk/>
            <pc:sldMk cId="4165888872" sldId="295"/>
            <ac:spMk id="2" creationId="{05333C9E-F096-C81F-B951-05FD31E38F7B}"/>
          </ac:spMkLst>
        </pc:spChg>
        <pc:spChg chg="mod">
          <ac:chgData name="Ishan Malik" userId="75bbfd951af34ddf" providerId="LiveId" clId="{72EBD0DD-2070-4E6C-9DD9-806D8E44FFC7}" dt="2026-10-16T15:59:03.953" v="1305" actId="5793"/>
          <ac:spMkLst>
            <pc:docMk/>
            <pc:sldMk cId="4165888872" sldId="295"/>
            <ac:spMk id="3" creationId="{D68634F9-8428-A2D0-9B0E-D7B7BA8E83B8}"/>
          </ac:spMkLst>
        </pc:spChg>
        <pc:graphicFrameChg chg="add mod modGraphic">
          <ac:chgData name="Ishan Malik" userId="75bbfd951af34ddf" providerId="LiveId" clId="{72EBD0DD-2070-4E6C-9DD9-806D8E44FFC7}" dt="2026-10-16T15:59:27.653" v="1310" actId="403"/>
          <ac:graphicFrameMkLst>
            <pc:docMk/>
            <pc:sldMk cId="4165888872" sldId="295"/>
            <ac:graphicFrameMk id="4" creationId="{C82B418E-9943-7E6B-4FCE-D4C91854A403}"/>
          </ac:graphicFrameMkLst>
        </pc:graphicFrameChg>
      </pc:sldChg>
      <pc:sldChg chg="addSp delSp modSp new del mod">
        <pc:chgData name="Ishan Malik" userId="75bbfd951af34ddf" providerId="LiveId" clId="{72EBD0DD-2070-4E6C-9DD9-806D8E44FFC7}" dt="2026-10-17T03:43:45.946" v="1362" actId="47"/>
        <pc:sldMkLst>
          <pc:docMk/>
          <pc:sldMk cId="264340566" sldId="296"/>
        </pc:sldMkLst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2" creationId="{D23ED528-EAB7-488A-183A-38CC4811628F}"/>
          </ac:spMkLst>
        </pc:spChg>
        <pc:spChg chg="del">
          <ac:chgData name="Ishan Malik" userId="75bbfd951af34ddf" providerId="LiveId" clId="{72EBD0DD-2070-4E6C-9DD9-806D8E44FFC7}" dt="2026-10-16T16:00:39.849" v="1312" actId="478"/>
          <ac:spMkLst>
            <pc:docMk/>
            <pc:sldMk cId="264340566" sldId="296"/>
            <ac:spMk id="3" creationId="{3AEE7107-EEB2-064D-1B25-53B6EB6BD4F6}"/>
          </ac:spMkLst>
        </pc:spChg>
        <pc:picChg chg="add mod">
          <ac:chgData name="Ishan Malik" userId="75bbfd951af34ddf" providerId="LiveId" clId="{72EBD0DD-2070-4E6C-9DD9-806D8E44FFC7}" dt="2026-10-16T16:00:51.135" v="1316" actId="14100"/>
          <ac:picMkLst>
            <pc:docMk/>
            <pc:sldMk cId="264340566" sldId="296"/>
            <ac:picMk id="4" creationId="{B447CCAC-1B99-B5EA-3D8D-C5A08DE1CD1A}"/>
          </ac:picMkLst>
        </pc:picChg>
      </pc:sldChg>
      <pc:sldChg chg="modSp new mod modAnim">
        <pc:chgData name="Ishan Malik" userId="75bbfd951af34ddf" providerId="LiveId" clId="{72EBD0DD-2070-4E6C-9DD9-806D8E44FFC7}" dt="2026-10-17T10:21:32.838" v="1454"/>
        <pc:sldMkLst>
          <pc:docMk/>
          <pc:sldMk cId="4074730638" sldId="296"/>
        </pc:sldMkLst>
        <pc:spChg chg="mod">
          <ac:chgData name="Ishan Malik" userId="75bbfd951af34ddf" providerId="LiveId" clId="{72EBD0DD-2070-4E6C-9DD9-806D8E44FFC7}" dt="2026-10-17T10:16:38.098" v="1449" actId="20577"/>
          <ac:spMkLst>
            <pc:docMk/>
            <pc:sldMk cId="4074730638" sldId="296"/>
            <ac:spMk id="2" creationId="{9CA3D3AB-B9F2-074C-A3BD-9E1507FB4E6D}"/>
          </ac:spMkLst>
        </pc:spChg>
        <pc:spChg chg="mod">
          <ac:chgData name="Ishan Malik" userId="75bbfd951af34ddf" providerId="LiveId" clId="{72EBD0DD-2070-4E6C-9DD9-806D8E44FFC7}" dt="2026-10-17T10:16:57.018" v="1452" actId="5793"/>
          <ac:spMkLst>
            <pc:docMk/>
            <pc:sldMk cId="4074730638" sldId="296"/>
            <ac:spMk id="3" creationId="{700B420D-E1AA-803A-2D4B-53D9B310EE7A}"/>
          </ac:spMkLst>
        </pc:spChg>
      </pc:sldChg>
      <pc:sldChg chg="addSp delSp modSp new mod addAnim delAnim modAnim">
        <pc:chgData name="Ishan Malik" userId="75bbfd951af34ddf" providerId="LiveId" clId="{72EBD0DD-2070-4E6C-9DD9-806D8E44FFC7}" dt="2026-10-17T10:34:32.177" v="1511" actId="22"/>
        <pc:sldMkLst>
          <pc:docMk/>
          <pc:sldMk cId="808992157" sldId="297"/>
        </pc:sldMkLst>
        <pc:spChg chg="mod">
          <ac:chgData name="Ishan Malik" userId="75bbfd951af34ddf" providerId="LiveId" clId="{72EBD0DD-2070-4E6C-9DD9-806D8E44FFC7}" dt="2026-10-17T10:24:52.882" v="1456"/>
          <ac:spMkLst>
            <pc:docMk/>
            <pc:sldMk cId="808992157" sldId="297"/>
            <ac:spMk id="2" creationId="{D0DA443B-958B-335F-7D07-A99EAD3E5E94}"/>
          </ac:spMkLst>
        </pc:spChg>
        <pc:spChg chg="mod">
          <ac:chgData name="Ishan Malik" userId="75bbfd951af34ddf" providerId="LiveId" clId="{72EBD0DD-2070-4E6C-9DD9-806D8E44FFC7}" dt="2026-10-17T10:29:41.022" v="1478" actId="5793"/>
          <ac:spMkLst>
            <pc:docMk/>
            <pc:sldMk cId="808992157" sldId="297"/>
            <ac:spMk id="3" creationId="{373F9FD0-577F-DB9D-00F2-45796F6E7458}"/>
          </ac:spMkLst>
        </pc:spChg>
        <pc:picChg chg="add del mod">
          <ac:chgData name="Ishan Malik" userId="75bbfd951af34ddf" providerId="LiveId" clId="{72EBD0DD-2070-4E6C-9DD9-806D8E44FFC7}" dt="2026-10-17T10:34:28.599" v="1507" actId="478"/>
          <ac:picMkLst>
            <pc:docMk/>
            <pc:sldMk cId="808992157" sldId="297"/>
            <ac:picMk id="4" creationId="{6EBB1EBD-ECF6-B395-2AC1-7C89D3CBCE7A}"/>
          </ac:picMkLst>
        </pc:picChg>
        <pc:picChg chg="add del mod">
          <ac:chgData name="Ishan Malik" userId="75bbfd951af34ddf" providerId="LiveId" clId="{72EBD0DD-2070-4E6C-9DD9-806D8E44FFC7}" dt="2026-10-17T10:34:32.177" v="1511" actId="22"/>
          <ac:picMkLst>
            <pc:docMk/>
            <pc:sldMk cId="808992157" sldId="297"/>
            <ac:picMk id="6" creationId="{A8B98AAC-ACEE-CEC1-3A43-C670BF629A98}"/>
          </ac:picMkLst>
        </pc:picChg>
      </pc:sldChg>
      <pc:sldChg chg="modSp add del mod modAnim">
        <pc:chgData name="Ishan Malik" userId="75bbfd951af34ddf" providerId="LiveId" clId="{72EBD0DD-2070-4E6C-9DD9-806D8E44FFC7}" dt="2026-10-17T03:43:53.155" v="1363" actId="47"/>
        <pc:sldMkLst>
          <pc:docMk/>
          <pc:sldMk cId="1070963268" sldId="297"/>
        </pc:sldMkLst>
        <pc:spChg chg="mod">
          <ac:chgData name="Ishan Malik" userId="75bbfd951af34ddf" providerId="LiveId" clId="{72EBD0DD-2070-4E6C-9DD9-806D8E44FFC7}" dt="2026-10-16T16:22:28.204" v="1361" actId="20577"/>
          <ac:spMkLst>
            <pc:docMk/>
            <pc:sldMk cId="1070963268" sldId="297"/>
            <ac:spMk id="7" creationId="{18D6D02F-6EA3-0B85-9548-70CF104A3909}"/>
          </ac:spMkLst>
        </pc:spChg>
      </pc:sldChg>
      <pc:sldChg chg="addSp delSp new mod">
        <pc:chgData name="Ishan Malik" userId="75bbfd951af34ddf" providerId="LiveId" clId="{72EBD0DD-2070-4E6C-9DD9-806D8E44FFC7}" dt="2026-10-17T10:35:19.863" v="1514" actId="22"/>
        <pc:sldMkLst>
          <pc:docMk/>
          <pc:sldMk cId="269276594" sldId="298"/>
        </pc:sldMkLst>
        <pc:spChg chg="del">
          <ac:chgData name="Ishan Malik" userId="75bbfd951af34ddf" providerId="LiveId" clId="{72EBD0DD-2070-4E6C-9DD9-806D8E44FFC7}" dt="2026-10-17T10:35:19.321" v="1513" actId="478"/>
          <ac:spMkLst>
            <pc:docMk/>
            <pc:sldMk cId="269276594" sldId="298"/>
            <ac:spMk id="2" creationId="{3FB9B005-18E2-2B1E-BFAB-8E0591FB7DD5}"/>
          </ac:spMkLst>
        </pc:spChg>
        <pc:spChg chg="del">
          <ac:chgData name="Ishan Malik" userId="75bbfd951af34ddf" providerId="LiveId" clId="{72EBD0DD-2070-4E6C-9DD9-806D8E44FFC7}" dt="2026-10-17T10:35:19.321" v="1513" actId="478"/>
          <ac:spMkLst>
            <pc:docMk/>
            <pc:sldMk cId="269276594" sldId="298"/>
            <ac:spMk id="3" creationId="{F83AD6B4-9E4B-6FFD-6372-4172129A3A00}"/>
          </ac:spMkLst>
        </pc:spChg>
        <pc:picChg chg="add">
          <ac:chgData name="Ishan Malik" userId="75bbfd951af34ddf" providerId="LiveId" clId="{72EBD0DD-2070-4E6C-9DD9-806D8E44FFC7}" dt="2026-10-17T10:35:19.863" v="1514" actId="22"/>
          <ac:picMkLst>
            <pc:docMk/>
            <pc:sldMk cId="269276594" sldId="298"/>
            <ac:picMk id="5" creationId="{A2641147-FB9F-3735-F2A1-38B2D3E60EC5}"/>
          </ac:picMkLst>
        </pc:picChg>
      </pc:sldChg>
      <pc:sldChg chg="addSp delSp new mod">
        <pc:chgData name="Ishan Malik" userId="75bbfd951af34ddf" providerId="LiveId" clId="{72EBD0DD-2070-4E6C-9DD9-806D8E44FFC7}" dt="2026-10-17T10:48:27.904" v="1517" actId="22"/>
        <pc:sldMkLst>
          <pc:docMk/>
          <pc:sldMk cId="2260665139" sldId="299"/>
        </pc:sldMkLst>
        <pc:spChg chg="del">
          <ac:chgData name="Ishan Malik" userId="75bbfd951af34ddf" providerId="LiveId" clId="{72EBD0DD-2070-4E6C-9DD9-806D8E44FFC7}" dt="2026-10-17T10:48:27.392" v="1516" actId="478"/>
          <ac:spMkLst>
            <pc:docMk/>
            <pc:sldMk cId="2260665139" sldId="299"/>
            <ac:spMk id="2" creationId="{139DFB1F-121B-8A0E-736B-5B7C9B7F7DA8}"/>
          </ac:spMkLst>
        </pc:spChg>
        <pc:spChg chg="del">
          <ac:chgData name="Ishan Malik" userId="75bbfd951af34ddf" providerId="LiveId" clId="{72EBD0DD-2070-4E6C-9DD9-806D8E44FFC7}" dt="2026-10-17T10:48:27.392" v="1516" actId="478"/>
          <ac:spMkLst>
            <pc:docMk/>
            <pc:sldMk cId="2260665139" sldId="299"/>
            <ac:spMk id="3" creationId="{0D7CF0B4-0788-B7D5-0BDF-397802E63974}"/>
          </ac:spMkLst>
        </pc:spChg>
        <pc:picChg chg="add">
          <ac:chgData name="Ishan Malik" userId="75bbfd951af34ddf" providerId="LiveId" clId="{72EBD0DD-2070-4E6C-9DD9-806D8E44FFC7}" dt="2026-10-17T10:48:27.904" v="1517" actId="22"/>
          <ac:picMkLst>
            <pc:docMk/>
            <pc:sldMk cId="2260665139" sldId="299"/>
            <ac:picMk id="5" creationId="{B50FAB41-2B81-D613-8E6B-D05D88494154}"/>
          </ac:picMkLst>
        </pc:picChg>
      </pc:sldChg>
      <pc:sldChg chg="modSp add mod modAnim">
        <pc:chgData name="Ishan Malik" userId="75bbfd951af34ddf" providerId="LiveId" clId="{72EBD0DD-2070-4E6C-9DD9-806D8E44FFC7}" dt="2026-10-17T10:57:23.533" v="1575" actId="20577"/>
        <pc:sldMkLst>
          <pc:docMk/>
          <pc:sldMk cId="3483665593" sldId="300"/>
        </pc:sldMkLst>
        <pc:spChg chg="mod">
          <ac:chgData name="Ishan Malik" userId="75bbfd951af34ddf" providerId="LiveId" clId="{72EBD0DD-2070-4E6C-9DD9-806D8E44FFC7}" dt="2026-10-17T10:57:23.533" v="1575" actId="20577"/>
          <ac:spMkLst>
            <pc:docMk/>
            <pc:sldMk cId="3483665593" sldId="300"/>
            <ac:spMk id="7" creationId="{E88DEBFE-867B-B453-4DB6-9FF18B01C35C}"/>
          </ac:spMkLst>
        </pc:spChg>
      </pc:sldChg>
      <pc:sldChg chg="modSp add mod modAnim">
        <pc:chgData name="Ishan Malik" userId="75bbfd951af34ddf" providerId="LiveId" clId="{72EBD0DD-2070-4E6C-9DD9-806D8E44FFC7}" dt="2026-10-17T10:56:28.348" v="1560" actId="20577"/>
        <pc:sldMkLst>
          <pc:docMk/>
          <pc:sldMk cId="1689502296" sldId="301"/>
        </pc:sldMkLst>
        <pc:spChg chg="mod">
          <ac:chgData name="Ishan Malik" userId="75bbfd951af34ddf" providerId="LiveId" clId="{72EBD0DD-2070-4E6C-9DD9-806D8E44FFC7}" dt="2026-10-17T10:56:28.348" v="1560" actId="20577"/>
          <ac:spMkLst>
            <pc:docMk/>
            <pc:sldMk cId="1689502296" sldId="301"/>
            <ac:spMk id="7" creationId="{500B9E80-A443-2E2F-2014-075AF99EE38F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  <pc:sldMasterChg chg="del delSldLayout">
        <pc:chgData name="Ishan Malik" userId="75bbfd951af34ddf" providerId="LiveId" clId="{72EBD0DD-2070-4E6C-9DD9-806D8E44FFC7}" dt="2026-10-16T14:06:47.486" v="1133" actId="47"/>
        <pc:sldMasterMkLst>
          <pc:docMk/>
          <pc:sldMasterMk cId="2927335781" sldId="2147483746"/>
        </pc:sldMasterMkLst>
        <pc:sldLayoutChg chg="del">
          <pc:chgData name="Ishan Malik" userId="75bbfd951af34ddf" providerId="LiveId" clId="{72EBD0DD-2070-4E6C-9DD9-806D8E44FFC7}" dt="2026-10-16T14:06:47.486" v="1133" actId="47"/>
          <pc:sldLayoutMkLst>
            <pc:docMk/>
            <pc:sldMasterMk cId="2927335781" sldId="2147483746"/>
            <pc:sldLayoutMk cId="2172948461" sldId="214748374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Validation and Error Handling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0FD740-D0FF-B5D6-556D-2D5CD62C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BEE7FA-95FB-F9CE-01F4-AD6C722D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Validation ensures that incoming request data meets your application's requirements before processing.</a:t>
            </a:r>
          </a:p>
          <a:p>
            <a:r>
              <a:rPr lang="en-US" dirty="0"/>
              <a:t>It helps protect your API from invalid data, security vulnerabilities, and unexpected runtime errors.</a:t>
            </a:r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4AA328-F0CC-8152-EBDB-B5EF81C3F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87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8343-CACD-DDE3-F5B1-0A9412AC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ProblemDetails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361CE-6B66-691C-5AC4-32B594B87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ProblemDetails</a:t>
            </a:r>
            <a:r>
              <a:rPr lang="en-US" dirty="0"/>
              <a:t> is a standardized format used by web APIs to return error messages to clients. </a:t>
            </a:r>
          </a:p>
          <a:p>
            <a:r>
              <a:rPr lang="en-US" dirty="0"/>
              <a:t>Instead of every API creating its own style of error message (where one API calls it </a:t>
            </a:r>
            <a:r>
              <a:rPr lang="en-US" dirty="0" err="1"/>
              <a:t>errorMessage</a:t>
            </a:r>
            <a:r>
              <a:rPr lang="en-US" dirty="0"/>
              <a:t>, other calls it msg, and a third just returns text).</a:t>
            </a:r>
          </a:p>
          <a:p>
            <a:endParaRPr lang="en-US" dirty="0"/>
          </a:p>
          <a:p>
            <a:r>
              <a:rPr lang="en-US" dirty="0"/>
              <a:t>By default, when using the [</a:t>
            </a:r>
            <a:r>
              <a:rPr lang="en-US" dirty="0" err="1"/>
              <a:t>ApiController</a:t>
            </a:r>
            <a:r>
              <a:rPr lang="en-US" dirty="0"/>
              <a:t>] attribute, ASP.NET Core automatically formats automatic validation errors into a standard </a:t>
            </a:r>
            <a:r>
              <a:rPr lang="en-US" dirty="0" err="1"/>
              <a:t>ValidationProblemDetails</a:t>
            </a:r>
            <a:r>
              <a:rPr lang="en-US" dirty="0"/>
              <a:t> response (a subclass of </a:t>
            </a:r>
            <a:r>
              <a:rPr lang="en-US" dirty="0" err="1"/>
              <a:t>ProblemDetails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887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00074F-9229-F4DF-D537-BDBF98597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4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9A52E-8263-C7FF-782D-03767B4D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897AF-065C-E829-5693-534BBF31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Global exception handling means one central place catches every unhandled exception in your API and turns it into a clean, consistent error response. </a:t>
            </a:r>
          </a:p>
          <a:p>
            <a:r>
              <a:rPr lang="en-US" dirty="0"/>
              <a:t>Without any handling, an unhandled exception gives the client a bare 500 error, and in development a long stack-trace page. Putting try/catch in every action is repetitive and inconsistent.</a:t>
            </a:r>
          </a:p>
          <a:p>
            <a:r>
              <a:rPr lang="en-US" dirty="0"/>
              <a:t>There are two ways to build it: a custom middleware with try/catch, and </a:t>
            </a:r>
            <a:r>
              <a:rPr lang="en-US" dirty="0" err="1"/>
              <a:t>IExceptionHandler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542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CD3E72-C73A-0DA6-0C0A-F07E2B4DE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9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BE4B58-5316-D7C3-299F-01FFB1E4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19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D3AB-B9F2-074C-A3BD-9E1507FB4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ILogger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B420D-E1AA-803A-2D4B-53D9B310E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ILogger</a:t>
            </a:r>
            <a:r>
              <a:rPr lang="en-US" dirty="0"/>
              <a:t> is ASP.NET Core's built-in way to write log messages that record what your app is doing. </a:t>
            </a:r>
          </a:p>
          <a:p>
            <a:r>
              <a:rPr lang="en-US" dirty="0"/>
              <a:t>Each message has a level (how serious it is) and a message template with named placeholders (so the data stays structured).</a:t>
            </a:r>
          </a:p>
        </p:txBody>
      </p:sp>
    </p:spTree>
    <p:extLst>
      <p:ext uri="{BB962C8B-B14F-4D97-AF65-F5344CB8AC3E}">
        <p14:creationId xmlns:p14="http://schemas.microsoft.com/office/powerpoint/2010/main" val="407473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443B-958B-335F-7D07-A99EAD3E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Logging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F9FD0-577F-DB9D-00F2-45796F6E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EF Core and ASP.NET Core utilize six distinct log levels to categorize message severity.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B1EBD-ECF6-B395-2AC1-7C89D3CB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068" y="2604198"/>
            <a:ext cx="8055864" cy="370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9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641147-FB9F-3735-F2A1-38B2D3E60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6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FAB41-2B81-D613-8E6B-D05D88494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65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When a controller is decorated with the [</a:t>
            </a:r>
            <a:r>
              <a:rPr lang="en-US" b="1" dirty="0" err="1"/>
              <a:t>ApiController</a:t>
            </a:r>
            <a:r>
              <a:rPr lang="en-US" b="1" dirty="0"/>
              <a:t>] attribute and an incoming request fails model state validation (e.g., a required field is missing), what does ASP.NET Core do by default?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throws an unhandled </a:t>
            </a:r>
            <a:r>
              <a:rPr lang="en-US" dirty="0" err="1"/>
              <a:t>InvalidOperationException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continues executing the action method, forcing the developer to manually check </a:t>
            </a:r>
            <a:r>
              <a:rPr lang="en-US" dirty="0" err="1"/>
              <a:t>ModelState.IsValid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automatically short-circuits the request and returns a 400 Bad Request response containing a </a:t>
            </a:r>
            <a:r>
              <a:rPr lang="en-US" dirty="0" err="1"/>
              <a:t>ValidationProblemDetails</a:t>
            </a:r>
            <a:r>
              <a:rPr lang="en-US" dirty="0"/>
              <a:t> payload.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redirects the user to a generic error page.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9C1A-67B2-045B-F662-EB4DA78E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4F37-2B79-FD5A-7D12-D9C01DF3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8DEBFE-867B-B453-4DB6-9FF18B01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 modern .NET applications (.NET 8 and later), what is the recommended interface to implement for intercepting, logging, and customizing unhandled exceptions globally instead of writing traditional custom middleware?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IMiddleware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IErrorFilter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IExceptionFilter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IExceptionHandler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: 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66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4D61-4A58-6A41-DC46-C5FB2276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2CEB-B134-8F23-AB8B-94FE9415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0B9E80-A443-2E2F-2014-075AF99EE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Which built-in class should you instantiate if you want to manually return an industry-standard, machine-readable validation error response from a custom validation routine?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JsonResult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HttpValidationProblemDetails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BadObjectResult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 err="1"/>
              <a:t>ExceptionDetails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0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1020</TotalTime>
  <Words>442</Words>
  <Application>Microsoft Office PowerPoint</Application>
  <PresentationFormat>Widescreen</PresentationFormat>
  <Paragraphs>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Validation and Error Handling</vt:lpstr>
      <vt:lpstr>Validation</vt:lpstr>
      <vt:lpstr>PowerPoint Presentation</vt:lpstr>
      <vt:lpstr>ProblemDetails </vt:lpstr>
      <vt:lpstr>PowerPoint Presentation</vt:lpstr>
      <vt:lpstr>Global exception handling</vt:lpstr>
      <vt:lpstr>PowerPoint Presentation</vt:lpstr>
      <vt:lpstr>PowerPoint Presentation</vt:lpstr>
      <vt:lpstr>ILogger</vt:lpstr>
      <vt:lpstr>Understanding Logging Levels</vt:lpstr>
      <vt:lpstr>PowerPoint Presentation</vt:lpstr>
      <vt:lpstr>PowerPoint Presentation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2026-10-17T10:57:24Z</dcterms:modified>
</cp:coreProperties>
</file>