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1" r:id="rId5"/>
    <p:sldId id="292" r:id="rId6"/>
    <p:sldId id="293" r:id="rId7"/>
    <p:sldId id="295" r:id="rId8"/>
    <p:sldId id="294" r:id="rId9"/>
    <p:sldId id="296" r:id="rId10"/>
    <p:sldId id="297" r:id="rId11"/>
    <p:sldId id="298" r:id="rId12"/>
    <p:sldId id="299" r:id="rId13"/>
    <p:sldId id="300" r:id="rId14"/>
    <p:sldId id="301" r:id="rId15"/>
    <p:sldId id="289" r:id="rId16"/>
    <p:sldId id="302" r:id="rId17"/>
    <p:sldId id="303" r:id="rId18"/>
    <p:sldId id="304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0CA00-369C-4CF0-832E-D516E2FDCFB1}" v="38" dt="2026-10-16T14:05:20.536"/>
    <p1510:client id="{65155050-26B2-4E0C-A6C4-C6C57F5024C3}" v="155" dt="2026-10-17T06:31:19.660"/>
    <p1510:client id="{D2CE244B-C475-474D-A19F-C35C976D6F44}" v="64" dt="2026-10-16T16:22:28.206"/>
    <p1510:client id="{FC3874ED-3498-4114-86F3-6320C11DB221}" v="184" dt="2026-10-16T12:38:51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delMainMaster modMainMaster">
      <pc:chgData name="Ishan Malik" userId="75bbfd951af34ddf" providerId="LiveId" clId="{72EBD0DD-2070-4E6C-9DD9-806D8E44FFC7}" dt="2026-10-17T06:31:19.660" v="1964" actId="20577"/>
      <pc:docMkLst>
        <pc:docMk/>
      </pc:docMkLst>
      <pc:sldChg chg="modSp new mod">
        <pc:chgData name="Ishan Malik" userId="75bbfd951af34ddf" providerId="LiveId" clId="{72EBD0DD-2070-4E6C-9DD9-806D8E44FFC7}" dt="2026-10-17T03:48:22.137" v="1385" actId="2057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7T03:48:22.137" v="1385" actId="20577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3328909945" sldId="257"/>
        </pc:sldMkLst>
      </pc:sldChg>
      <pc:sldChg chg="addSp delSp modSp new del mod ord">
        <pc:chgData name="Ishan Malik" userId="75bbfd951af34ddf" providerId="LiveId" clId="{72EBD0DD-2070-4E6C-9DD9-806D8E44FFC7}" dt="2026-10-16T12:53:47.763" v="1032" actId="47"/>
        <pc:sldMkLst>
          <pc:docMk/>
          <pc:sldMk cId="276369482" sldId="258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1589194582" sldId="259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4055161058" sldId="260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068444819" sldId="261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1464997959" sldId="262"/>
        </pc:sldMkLst>
      </pc:sldChg>
      <pc:sldChg chg="addSp delSp modSp add del mod">
        <pc:chgData name="Ishan Malik" userId="75bbfd951af34ddf" providerId="LiveId" clId="{72EBD0DD-2070-4E6C-9DD9-806D8E44FFC7}" dt="2026-10-16T12:53:47.763" v="1032" actId="47"/>
        <pc:sldMkLst>
          <pc:docMk/>
          <pc:sldMk cId="2891934033" sldId="263"/>
        </pc:sldMkLst>
      </pc:sldChg>
      <pc:sldChg chg="modSp new del mod ord modAnim">
        <pc:chgData name="Ishan Malik" userId="75bbfd951af34ddf" providerId="LiveId" clId="{72EBD0DD-2070-4E6C-9DD9-806D8E44FFC7}" dt="2026-10-16T12:53:47.763" v="1032" actId="47"/>
        <pc:sldMkLst>
          <pc:docMk/>
          <pc:sldMk cId="1456556091" sldId="264"/>
        </pc:sldMkLst>
      </pc:sldChg>
      <pc:sldChg chg="modSp add del mod ord">
        <pc:chgData name="Ishan Malik" userId="75bbfd951af34ddf" providerId="LiveId" clId="{72EBD0DD-2070-4E6C-9DD9-806D8E44FFC7}" dt="2026-10-16T12:53:47.763" v="1032" actId="47"/>
        <pc:sldMkLst>
          <pc:docMk/>
          <pc:sldMk cId="4145122847" sldId="265"/>
        </pc:sldMkLst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74447625" sldId="266"/>
        </pc:sldMkLst>
      </pc:sldChg>
      <pc:sldChg chg="addSp modSp new del mod modAnim">
        <pc:chgData name="Ishan Malik" userId="75bbfd951af34ddf" providerId="LiveId" clId="{72EBD0DD-2070-4E6C-9DD9-806D8E44FFC7}" dt="2026-10-16T10:55:46.185" v="611" actId="47"/>
        <pc:sldMkLst>
          <pc:docMk/>
          <pc:sldMk cId="1872426190" sldId="267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667251525" sldId="268"/>
        </pc:sldMkLst>
      </pc:sldChg>
      <pc:sldChg chg="addSp delSp modSp new del mod">
        <pc:chgData name="Ishan Malik" userId="75bbfd951af34ddf" providerId="LiveId" clId="{72EBD0DD-2070-4E6C-9DD9-806D8E44FFC7}" dt="2026-10-16T10:55:46.185" v="611" actId="47"/>
        <pc:sldMkLst>
          <pc:docMk/>
          <pc:sldMk cId="1248151220" sldId="268"/>
        </pc:sldMkLst>
      </pc:sldChg>
      <pc:sldChg chg="addSp delSp 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143988488" sldId="269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modSp add del mod ord modAnim">
        <pc:chgData name="Ishan Malik" userId="75bbfd951af34ddf" providerId="LiveId" clId="{72EBD0DD-2070-4E6C-9DD9-806D8E44FFC7}" dt="2026-10-16T10:55:46.185" v="611" actId="47"/>
        <pc:sldMkLst>
          <pc:docMk/>
          <pc:sldMk cId="3980734832" sldId="270"/>
        </pc:sldMkLst>
      </pc:sldChg>
      <pc:sldChg chg="modSp add del mod modAnim">
        <pc:chgData name="Ishan Malik" userId="75bbfd951af34ddf" providerId="LiveId" clId="{72EBD0DD-2070-4E6C-9DD9-806D8E44FFC7}" dt="2026-10-16T10:55:46.185" v="611" actId="47"/>
        <pc:sldMkLst>
          <pc:docMk/>
          <pc:sldMk cId="2262532472" sldId="271"/>
        </pc:sldMkLst>
      </pc:sldChg>
      <pc:sldChg chg="add del ord">
        <pc:chgData name="Ishan Malik" userId="75bbfd951af34ddf" providerId="LiveId" clId="{72EBD0DD-2070-4E6C-9DD9-806D8E44FFC7}" dt="2026-10-16T14:06:47.486" v="1133" actId="47"/>
        <pc:sldMkLst>
          <pc:docMk/>
          <pc:sldMk cId="3419245707" sldId="271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6T11:37:06.699" v="709" actId="20577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del mod">
          <ac:chgData name="Ishan Malik" userId="75bbfd951af34ddf" providerId="LiveId" clId="{72EBD0DD-2070-4E6C-9DD9-806D8E44FFC7}" dt="2026-10-16T11:15:36.724" v="643" actId="478"/>
          <ac:spMkLst>
            <pc:docMk/>
            <pc:sldMk cId="4214231092" sldId="271"/>
            <ac:spMk id="6" creationId="{C7A1CFB5-4F1B-4924-893C-1B924DB9E057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">
          <ac:chgData name="Ishan Malik" userId="75bbfd951af34ddf" providerId="LiveId" clId="{72EBD0DD-2070-4E6C-9DD9-806D8E44FFC7}" dt="2026-10-16T11:15:21.972" v="638"/>
          <ac:graphicFrameMkLst>
            <pc:docMk/>
            <pc:sldMk cId="4214231092" sldId="271"/>
            <ac:graphicFrameMk id="4" creationId="{335D0ABA-5C42-EC9A-1A18-835A6F73F655}"/>
          </ac:graphicFrameMkLst>
        </pc:graphicFrameChg>
        <pc:graphicFrameChg chg="add del mod modGraphic">
          <ac:chgData name="Ishan Malik" userId="75bbfd951af34ddf" providerId="LiveId" clId="{72EBD0DD-2070-4E6C-9DD9-806D8E44FFC7}" dt="2026-10-16T11:31:55.329" v="675" actId="478"/>
          <ac:graphicFrameMkLst>
            <pc:docMk/>
            <pc:sldMk cId="4214231092" sldId="271"/>
            <ac:graphicFrameMk id="7" creationId="{1BD6AD8F-03B2-138D-52B5-4B91A7943AC1}"/>
          </ac:graphicFrameMkLst>
        </pc:graphicFrame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6T11:37:31.926" v="719" actId="20577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del mod">
          <ac:chgData name="Ishan Malik" userId="75bbfd951af34ddf" providerId="LiveId" clId="{72EBD0DD-2070-4E6C-9DD9-806D8E44FFC7}" dt="2026-10-16T11:44:11.503" v="769" actId="478"/>
          <ac:spMkLst>
            <pc:docMk/>
            <pc:sldMk cId="690752612" sldId="272"/>
            <ac:spMk id="5" creationId="{0D1C75B4-A4AD-801E-AB11-3BCF20D50B2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10-16T10:55:46.185" v="611" actId="47"/>
        <pc:sldMkLst>
          <pc:docMk/>
          <pc:sldMk cId="3702303451" sldId="272"/>
        </pc:sldMkLst>
      </pc:sldChg>
      <pc:sldChg chg="modSp new del mod">
        <pc:chgData name="Ishan Malik" userId="75bbfd951af34ddf" providerId="LiveId" clId="{72EBD0DD-2070-4E6C-9DD9-806D8E44FFC7}" dt="2026-10-16T10:55:13.891" v="610" actId="47"/>
        <pc:sldMkLst>
          <pc:docMk/>
          <pc:sldMk cId="1394337457" sldId="273"/>
        </pc:sldMkLst>
      </pc:sldChg>
      <pc:sldChg chg="addSp delSp modSp new del mod delAnim modAnim">
        <pc:chgData name="Ishan Malik" userId="75bbfd951af34ddf" providerId="LiveId" clId="{72EBD0DD-2070-4E6C-9DD9-806D8E44FFC7}" dt="2026-10-16T12:53:47.763" v="1032" actId="47"/>
        <pc:sldMkLst>
          <pc:docMk/>
          <pc:sldMk cId="1752313700" sldId="273"/>
        </pc:sldMkLst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2" creationId="{96F0FD57-CDF6-A2D5-962C-42952ECD38F9}"/>
          </ac:spMkLst>
        </pc:spChg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3" creationId="{864166A3-8AFE-0D80-A9D8-4C58EC73A08E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4" creationId="{2CEFA6A8-F1F5-6F0D-8EDF-38499523B2C3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5" creationId="{3C74F469-4AF1-2A54-52C4-E6A5C26E4144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del mod">
          <ac:chgData name="Ishan Malik" userId="75bbfd951af34ddf" providerId="LiveId" clId="{72EBD0DD-2070-4E6C-9DD9-806D8E44FFC7}" dt="2026-10-16T11:52:20.008" v="781" actId="478"/>
          <ac:graphicFrameMkLst>
            <pc:docMk/>
            <pc:sldMk cId="1752313700" sldId="273"/>
            <ac:graphicFrameMk id="6" creationId="{6ED5A742-C7CA-519F-A13F-9AA34346B7F2}"/>
          </ac:graphicFrameMkLst>
        </pc:graphicFrame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3004590571" sldId="273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7236008" sldId="274"/>
        </pc:sldMkLst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2" creationId="{5B2F5C2E-4510-8A71-BB14-8166E25FAAC4}"/>
          </ac:spMkLst>
        </pc:spChg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3" creationId="{48180530-292A-92E8-A5E8-893F6B838B3F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2354652943" sldId="275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3940422643" sldId="275"/>
        </pc:sldMkLst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2" creationId="{043911CB-D802-651A-EA77-6D28A502818A}"/>
          </ac:spMkLst>
        </pc:spChg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3" creationId="{2EA3EDC2-8FD2-BB0A-2920-D080529319D7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3995226230" sldId="276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202625963" sldId="277"/>
        </pc:sldMkLst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1166344116" sldId="278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654771116" sldId="278"/>
        </pc:sldMkLst>
      </pc:sldChg>
      <pc:sldChg chg="modSp new del mod addAnim delAnim modAnim">
        <pc:chgData name="Ishan Malik" userId="75bbfd951af34ddf" providerId="LiveId" clId="{72EBD0DD-2070-4E6C-9DD9-806D8E44FFC7}" dt="2026-10-16T12:53:47.763" v="1032" actId="47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modSp add del mod modAnim">
        <pc:chgData name="Ishan Malik" userId="75bbfd951af34ddf" providerId="LiveId" clId="{72EBD0DD-2070-4E6C-9DD9-806D8E44FFC7}" dt="2026-10-16T14:06:47.486" v="1133" actId="47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6T13:59:49.889" v="1111" actId="20577"/>
          <ac:spMkLst>
            <pc:docMk/>
            <pc:sldMk cId="3825974804" sldId="279"/>
            <ac:spMk id="7" creationId="{E942911A-11BF-4CB3-6A32-A82101C0B9F1}"/>
          </ac:spMkLst>
        </pc:spChg>
      </pc:sldChg>
      <pc:sldChg chg="addSp delSp modSp new del mod">
        <pc:chgData name="Ishan Malik" userId="75bbfd951af34ddf" providerId="LiveId" clId="{72EBD0DD-2070-4E6C-9DD9-806D8E44FFC7}" dt="2026-10-16T12:53:47.763" v="1032" actId="47"/>
        <pc:sldMkLst>
          <pc:docMk/>
          <pc:sldMk cId="1578791227" sldId="280"/>
        </pc:sldMkLst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2" creationId="{715A6D95-886E-D964-E49B-D48EF23AE82B}"/>
          </ac:spMkLst>
        </pc:spChg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3" creationId="{97F16AD2-913A-5BCC-E847-E3CF9BF7AF8C}"/>
          </ac:spMkLst>
        </pc:spChg>
        <pc:spChg chg="add del">
          <ac:chgData name="Ishan Malik" userId="75bbfd951af34ddf" providerId="LiveId" clId="{72EBD0DD-2070-4E6C-9DD9-806D8E44FFC7}" dt="2026-10-16T12:05:06.777" v="838" actId="22"/>
          <ac:spMkLst>
            <pc:docMk/>
            <pc:sldMk cId="1578791227" sldId="280"/>
            <ac:spMk id="5" creationId="{027A3329-FFAD-7AB2-70A9-D8FF2B62D3A9}"/>
          </ac:spMkLst>
        </pc:spChg>
        <pc:spChg chg="add del">
          <ac:chgData name="Ishan Malik" userId="75bbfd951af34ddf" providerId="LiveId" clId="{72EBD0DD-2070-4E6C-9DD9-806D8E44FFC7}" dt="2026-10-16T12:05:35.990" v="844" actId="22"/>
          <ac:spMkLst>
            <pc:docMk/>
            <pc:sldMk cId="1578791227" sldId="280"/>
            <ac:spMk id="7" creationId="{0C43FC37-7321-A8CC-E3F1-E38696FDC323}"/>
          </ac:spMkLst>
        </pc:spChg>
        <pc:spChg chg="add del mod">
          <ac:chgData name="Ishan Malik" userId="75bbfd951af34ddf" providerId="LiveId" clId="{72EBD0DD-2070-4E6C-9DD9-806D8E44FFC7}" dt="2026-10-16T12:10:22.382" v="846" actId="478"/>
          <ac:spMkLst>
            <pc:docMk/>
            <pc:sldMk cId="1578791227" sldId="280"/>
            <ac:spMk id="9" creationId="{513F7F84-7D08-43EA-C597-9C13EC6BD681}"/>
          </ac:spMkLst>
        </pc:spChg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modSp add del">
        <pc:chgData name="Ishan Malik" userId="75bbfd951af34ddf" providerId="LiveId" clId="{72EBD0DD-2070-4E6C-9DD9-806D8E44FFC7}" dt="2026-10-16T14:06:47.486" v="1133" actId="47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6T13:54:30.584" v="1083" actId="313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2" creationId="{E08F3F99-FE98-E30D-9505-609ABD68B342}"/>
          </ac:spMkLst>
        </pc:spChg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3" creationId="{BB636E8B-2E1C-0A70-3397-B934A91C16D8}"/>
          </ac:spMkLst>
        </pc:spChg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7T03:55:51.398" v="1404"/>
        <pc:sldMkLst>
          <pc:docMk/>
          <pc:sldMk cId="1600338391" sldId="282"/>
        </pc:sldMkLst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2" creationId="{DD241D78-B681-5297-1379-4F8ABBC1F479}"/>
          </ac:spMkLst>
        </pc:spChg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3" creationId="{EC555074-B97A-EE11-1E49-9020A1CF7224}"/>
          </ac:spMkLst>
        </pc:spChg>
        <pc:spChg chg="add mod">
          <ac:chgData name="Ishan Malik" userId="75bbfd951af34ddf" providerId="LiveId" clId="{72EBD0DD-2070-4E6C-9DD9-806D8E44FFC7}" dt="2026-10-17T03:49:50.393" v="1386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7T03:55:19.067" v="1401" actId="113"/>
          <ac:spMkLst>
            <pc:docMk/>
            <pc:sldMk cId="1600338391" sldId="282"/>
            <ac:spMk id="7" creationId="{BBBEE7FA-95FB-F9CE-01F4-AD6C722DB358}"/>
          </ac:spMkLst>
        </pc:spChg>
      </pc:sldChg>
      <pc:sldChg chg="modSp add del mod ord modAnim">
        <pc:chgData name="Ishan Malik" userId="75bbfd951af34ddf" providerId="LiveId" clId="{72EBD0DD-2070-4E6C-9DD9-806D8E44FFC7}" dt="2026-10-16T12:53:47.763" v="1032" actId="47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new del mod">
        <pc:chgData name="Ishan Malik" userId="75bbfd951af34ddf" providerId="LiveId" clId="{72EBD0DD-2070-4E6C-9DD9-806D8E44FFC7}" dt="2026-10-16T14:06:47.486" v="1133" actId="47"/>
        <pc:sldMkLst>
          <pc:docMk/>
          <pc:sldMk cId="2345897597" sldId="283"/>
        </pc:sldMkLst>
        <pc:spChg chg="mod">
          <ac:chgData name="Ishan Malik" userId="75bbfd951af34ddf" providerId="LiveId" clId="{72EBD0DD-2070-4E6C-9DD9-806D8E44FFC7}" dt="2026-10-16T12:56:56.286" v="1057"/>
          <ac:spMkLst>
            <pc:docMk/>
            <pc:sldMk cId="2345897597" sldId="283"/>
            <ac:spMk id="2" creationId="{10F351B3-B9E4-33B5-FC82-F8BEC766FE9E}"/>
          </ac:spMkLst>
        </pc:spChg>
        <pc:spChg chg="mod">
          <ac:chgData name="Ishan Malik" userId="75bbfd951af34ddf" providerId="LiveId" clId="{72EBD0DD-2070-4E6C-9DD9-806D8E44FFC7}" dt="2026-10-16T12:57:07.268" v="1060" actId="20577"/>
          <ac:spMkLst>
            <pc:docMk/>
            <pc:sldMk cId="2345897597" sldId="283"/>
            <ac:spMk id="3" creationId="{220C6945-50B5-AD24-BA8A-DCDB2BF1163F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1560119285" sldId="284"/>
        </pc:sldMkLst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2" creationId="{B3533D23-F895-3BEB-DF33-E841749FDCF0}"/>
          </ac:spMkLst>
        </pc:spChg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3" creationId="{71B78E5E-A4D3-4349-42CF-49C9DE9EEFA4}"/>
          </ac:spMkLst>
        </pc:spChg>
        <pc:picChg chg="add">
          <ac:chgData name="Ishan Malik" userId="75bbfd951af34ddf" providerId="LiveId" clId="{72EBD0DD-2070-4E6C-9DD9-806D8E44FFC7}" dt="2026-10-16T13:02:12.663" v="1063" actId="22"/>
          <ac:picMkLst>
            <pc:docMk/>
            <pc:sldMk cId="1560119285" sldId="284"/>
            <ac:picMk id="5" creationId="{B7D4E983-A4AA-A71F-36D9-A35B1D8CBD42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3647402137" sldId="285"/>
        </pc:sldMkLst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2" creationId="{749529CB-5C47-E2E3-1E11-BD40FA1E908E}"/>
          </ac:spMkLst>
        </pc:spChg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3" creationId="{59EAC0F3-1252-E882-C717-5B3212ECC433}"/>
          </ac:spMkLst>
        </pc:spChg>
        <pc:picChg chg="add">
          <ac:chgData name="Ishan Malik" userId="75bbfd951af34ddf" providerId="LiveId" clId="{72EBD0DD-2070-4E6C-9DD9-806D8E44FFC7}" dt="2026-10-16T13:02:28.708" v="1066" actId="22"/>
          <ac:picMkLst>
            <pc:docMk/>
            <pc:sldMk cId="3647402137" sldId="285"/>
            <ac:picMk id="5" creationId="{8D87AD78-E8BD-17E2-62F8-B95FB77A37DE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1372197351" sldId="286"/>
        </pc:sldMkLst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2" creationId="{0992841B-C939-4170-2ECB-DAFD71616D0C}"/>
          </ac:spMkLst>
        </pc:spChg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3" creationId="{59694460-ADB9-63C1-1D2A-83A55FF7C3F6}"/>
          </ac:spMkLst>
        </pc:spChg>
        <pc:picChg chg="add">
          <ac:chgData name="Ishan Malik" userId="75bbfd951af34ddf" providerId="LiveId" clId="{72EBD0DD-2070-4E6C-9DD9-806D8E44FFC7}" dt="2026-10-16T13:11:08.313" v="1069" actId="22"/>
          <ac:picMkLst>
            <pc:docMk/>
            <pc:sldMk cId="1372197351" sldId="286"/>
            <ac:picMk id="5" creationId="{1C0C409E-1867-8AAE-CD7A-0A8CD0A41B41}"/>
          </ac:picMkLst>
        </pc:pic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2881740866" sldId="287"/>
        </pc:sldMkLst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2" creationId="{3099D7B1-6B93-DEE2-456A-111352668135}"/>
          </ac:spMkLst>
        </pc:spChg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3" creationId="{43181B6A-CACA-22FD-71B9-BEBEF48FBD1C}"/>
          </ac:spMkLst>
        </pc:spChg>
        <pc:picChg chg="add">
          <ac:chgData name="Ishan Malik" userId="75bbfd951af34ddf" providerId="LiveId" clId="{72EBD0DD-2070-4E6C-9DD9-806D8E44FFC7}" dt="2026-10-16T13:40:18.300" v="1072" actId="22"/>
          <ac:picMkLst>
            <pc:docMk/>
            <pc:sldMk cId="2881740866" sldId="287"/>
            <ac:picMk id="5" creationId="{D55AEC98-B707-E6FE-FD6E-037258750720}"/>
          </ac:picMkLst>
        </pc:pic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946037357" sldId="288"/>
        </pc:sldMkLst>
      </pc:sldChg>
      <pc:sldChg chg="modSp add mod modAnim">
        <pc:chgData name="Ishan Malik" userId="75bbfd951af34ddf" providerId="LiveId" clId="{72EBD0DD-2070-4E6C-9DD9-806D8E44FFC7}" dt="2026-10-17T06:26:16.168" v="1915" actId="27636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7T06:26:16.168" v="1915" actId="27636"/>
          <ac:spMkLst>
            <pc:docMk/>
            <pc:sldMk cId="2404380979" sldId="289"/>
            <ac:spMk id="7" creationId="{F3A67794-4A97-9691-63F1-E84A05ABF576}"/>
          </ac:spMkLst>
        </pc:spChg>
      </pc:sldChg>
      <pc:sldChg chg="modSp new mod modAnim">
        <pc:chgData name="Ishan Malik" userId="75bbfd951af34ddf" providerId="LiveId" clId="{72EBD0DD-2070-4E6C-9DD9-806D8E44FFC7}" dt="2026-10-17T03:59:08.513" v="1455"/>
        <pc:sldMkLst>
          <pc:docMk/>
          <pc:sldMk cId="357827933" sldId="290"/>
        </pc:sldMkLst>
        <pc:spChg chg="mod">
          <ac:chgData name="Ishan Malik" userId="75bbfd951af34ddf" providerId="LiveId" clId="{72EBD0DD-2070-4E6C-9DD9-806D8E44FFC7}" dt="2026-10-17T03:56:53.655" v="1417" actId="20577"/>
          <ac:spMkLst>
            <pc:docMk/>
            <pc:sldMk cId="357827933" sldId="290"/>
            <ac:spMk id="2" creationId="{0D22D59B-D638-4E28-4EAA-1DE2C9655487}"/>
          </ac:spMkLst>
        </pc:spChg>
        <pc:spChg chg="mod">
          <ac:chgData name="Ishan Malik" userId="75bbfd951af34ddf" providerId="LiveId" clId="{72EBD0DD-2070-4E6C-9DD9-806D8E44FFC7}" dt="2026-10-17T03:58:54.233" v="1454" actId="20577"/>
          <ac:spMkLst>
            <pc:docMk/>
            <pc:sldMk cId="357827933" sldId="290"/>
            <ac:spMk id="3" creationId="{D594AF1C-6CE5-A623-6F60-D586827198A1}"/>
          </ac:spMkLst>
        </pc:spChg>
      </pc:sldChg>
      <pc:sldChg chg="addSp delSp new del mod">
        <pc:chgData name="Ishan Malik" userId="75bbfd951af34ddf" providerId="LiveId" clId="{72EBD0DD-2070-4E6C-9DD9-806D8E44FFC7}" dt="2026-10-17T03:43:45.946" v="1362" actId="47"/>
        <pc:sldMkLst>
          <pc:docMk/>
          <pc:sldMk cId="3209596444" sldId="290"/>
        </pc:sldMkLst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2" creationId="{DAAD2DD4-3C28-8C50-36C4-6DE00D112E22}"/>
          </ac:spMkLst>
        </pc:spChg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3" creationId="{7DC59C13-4E2C-6230-9122-D14458BB103C}"/>
          </ac:spMkLst>
        </pc:spChg>
        <pc:picChg chg="add">
          <ac:chgData name="Ishan Malik" userId="75bbfd951af34ddf" providerId="LiveId" clId="{72EBD0DD-2070-4E6C-9DD9-806D8E44FFC7}" dt="2026-10-16T15:16:48.015" v="1182" actId="22"/>
          <ac:picMkLst>
            <pc:docMk/>
            <pc:sldMk cId="3209596444" sldId="290"/>
            <ac:picMk id="5" creationId="{84B3CD50-4E2B-1625-2B8D-4615A68121E6}"/>
          </ac:picMkLst>
        </pc:picChg>
      </pc:sldChg>
      <pc:sldChg chg="addSp modSp new del mod modAnim">
        <pc:chgData name="Ishan Malik" userId="75bbfd951af34ddf" providerId="LiveId" clId="{72EBD0DD-2070-4E6C-9DD9-806D8E44FFC7}" dt="2026-10-17T03:43:45.946" v="1362" actId="47"/>
        <pc:sldMkLst>
          <pc:docMk/>
          <pc:sldMk cId="308682377" sldId="291"/>
        </pc:sldMkLst>
        <pc:spChg chg="mod">
          <ac:chgData name="Ishan Malik" userId="75bbfd951af34ddf" providerId="LiveId" clId="{72EBD0DD-2070-4E6C-9DD9-806D8E44FFC7}" dt="2026-10-16T15:26:39.382" v="1184"/>
          <ac:spMkLst>
            <pc:docMk/>
            <pc:sldMk cId="308682377" sldId="291"/>
            <ac:spMk id="2" creationId="{94E4AD8E-FDFB-59F9-9414-904E3C5C3E0A}"/>
          </ac:spMkLst>
        </pc:spChg>
        <pc:spChg chg="mod">
          <ac:chgData name="Ishan Malik" userId="75bbfd951af34ddf" providerId="LiveId" clId="{72EBD0DD-2070-4E6C-9DD9-806D8E44FFC7}" dt="2026-10-16T15:28:55.046" v="1223"/>
          <ac:spMkLst>
            <pc:docMk/>
            <pc:sldMk cId="308682377" sldId="291"/>
            <ac:spMk id="3" creationId="{604B4915-95FA-DD13-3F0C-010E66D28909}"/>
          </ac:spMkLst>
        </pc:spChg>
        <pc:spChg chg="add mod">
          <ac:chgData name="Ishan Malik" userId="75bbfd951af34ddf" providerId="LiveId" clId="{72EBD0DD-2070-4E6C-9DD9-806D8E44FFC7}" dt="2026-10-16T15:30:52.695" v="1248" actId="1076"/>
          <ac:spMkLst>
            <pc:docMk/>
            <pc:sldMk cId="308682377" sldId="291"/>
            <ac:spMk id="4" creationId="{F8B656AA-7F69-CFD3-142A-535FE1CF6954}"/>
          </ac:spMkLst>
        </pc:spChg>
        <pc:spChg chg="add mod">
          <ac:chgData name="Ishan Malik" userId="75bbfd951af34ddf" providerId="LiveId" clId="{72EBD0DD-2070-4E6C-9DD9-806D8E44FFC7}" dt="2026-10-16T15:31:24.819" v="1257" actId="1076"/>
          <ac:spMkLst>
            <pc:docMk/>
            <pc:sldMk cId="308682377" sldId="291"/>
            <ac:spMk id="5" creationId="{A3376280-1090-5C5C-96A6-A8734108D457}"/>
          </ac:spMkLst>
        </pc:spChg>
      </pc:sldChg>
      <pc:sldChg chg="modSp new mod modAnim">
        <pc:chgData name="Ishan Malik" userId="75bbfd951af34ddf" providerId="LiveId" clId="{72EBD0DD-2070-4E6C-9DD9-806D8E44FFC7}" dt="2026-10-17T04:12:32.787" v="1552"/>
        <pc:sldMkLst>
          <pc:docMk/>
          <pc:sldMk cId="341243196" sldId="291"/>
        </pc:sldMkLst>
        <pc:spChg chg="mod">
          <ac:chgData name="Ishan Malik" userId="75bbfd951af34ddf" providerId="LiveId" clId="{72EBD0DD-2070-4E6C-9DD9-806D8E44FFC7}" dt="2026-10-17T04:01:38.151" v="1459"/>
          <ac:spMkLst>
            <pc:docMk/>
            <pc:sldMk cId="341243196" sldId="291"/>
            <ac:spMk id="2" creationId="{825B0FAC-D298-BB91-23DD-81450F954639}"/>
          </ac:spMkLst>
        </pc:spChg>
        <pc:spChg chg="mod">
          <ac:chgData name="Ishan Malik" userId="75bbfd951af34ddf" providerId="LiveId" clId="{72EBD0DD-2070-4E6C-9DD9-806D8E44FFC7}" dt="2026-10-17T04:02:26.489" v="1474" actId="5793"/>
          <ac:spMkLst>
            <pc:docMk/>
            <pc:sldMk cId="341243196" sldId="291"/>
            <ac:spMk id="3" creationId="{2808A340-AFB5-EFDD-E970-7753276D206B}"/>
          </ac:spMkLst>
        </pc:spChg>
      </pc:sldChg>
      <pc:sldChg chg="addSp delSp modSp add del mod delAnim modAnim">
        <pc:chgData name="Ishan Malik" userId="75bbfd951af34ddf" providerId="LiveId" clId="{72EBD0DD-2070-4E6C-9DD9-806D8E44FFC7}" dt="2026-10-17T03:43:45.946" v="1362" actId="47"/>
        <pc:sldMkLst>
          <pc:docMk/>
          <pc:sldMk cId="1992385909" sldId="292"/>
        </pc:sldMkLst>
        <pc:spChg chg="mod">
          <ac:chgData name="Ishan Malik" userId="75bbfd951af34ddf" providerId="LiveId" clId="{72EBD0DD-2070-4E6C-9DD9-806D8E44FFC7}" dt="2026-10-16T15:32:39.512" v="1269" actId="20577"/>
          <ac:spMkLst>
            <pc:docMk/>
            <pc:sldMk cId="1992385909" sldId="292"/>
            <ac:spMk id="3" creationId="{01BCE78D-EB6A-AAD2-3472-45388A4F7EA2}"/>
          </ac:spMkLst>
        </pc:spChg>
        <pc:spChg chg="del">
          <ac:chgData name="Ishan Malik" userId="75bbfd951af34ddf" providerId="LiveId" clId="{72EBD0DD-2070-4E6C-9DD9-806D8E44FFC7}" dt="2026-10-16T15:32:19.832" v="1265" actId="478"/>
          <ac:spMkLst>
            <pc:docMk/>
            <pc:sldMk cId="1992385909" sldId="292"/>
            <ac:spMk id="4" creationId="{2F0BCB73-B940-FBC2-907B-29A23E9DE574}"/>
          </ac:spMkLst>
        </pc:spChg>
        <pc:spChg chg="add del mod">
          <ac:chgData name="Ishan Malik" userId="75bbfd951af34ddf" providerId="LiveId" clId="{72EBD0DD-2070-4E6C-9DD9-806D8E44FFC7}" dt="2026-10-16T15:33:00.115" v="1272" actId="478"/>
          <ac:spMkLst>
            <pc:docMk/>
            <pc:sldMk cId="1992385909" sldId="292"/>
            <ac:spMk id="5" creationId="{5813B278-F6E2-C067-DB57-9BCEC41AB66E}"/>
          </ac:spMkLst>
        </pc:spChg>
        <pc:spChg chg="add mod">
          <ac:chgData name="Ishan Malik" userId="75bbfd951af34ddf" providerId="LiveId" clId="{72EBD0DD-2070-4E6C-9DD9-806D8E44FFC7}" dt="2026-10-16T15:33:12.251" v="1274" actId="1076"/>
          <ac:spMkLst>
            <pc:docMk/>
            <pc:sldMk cId="1992385909" sldId="292"/>
            <ac:spMk id="6" creationId="{BDF5688C-FF9A-7CED-F61D-F0110DB1F1F2}"/>
          </ac:spMkLst>
        </pc:spChg>
        <pc:spChg chg="add mod">
          <ac:chgData name="Ishan Malik" userId="75bbfd951af34ddf" providerId="LiveId" clId="{72EBD0DD-2070-4E6C-9DD9-806D8E44FFC7}" dt="2026-10-16T15:33:56.382" v="1283" actId="20577"/>
          <ac:spMkLst>
            <pc:docMk/>
            <pc:sldMk cId="1992385909" sldId="292"/>
            <ac:spMk id="7" creationId="{2C704AFF-6FBE-4491-6A73-075EA009F20F}"/>
          </ac:spMkLst>
        </pc:spChg>
      </pc:sldChg>
      <pc:sldChg chg="addSp delSp modSp new mod">
        <pc:chgData name="Ishan Malik" userId="75bbfd951af34ddf" providerId="LiveId" clId="{72EBD0DD-2070-4E6C-9DD9-806D8E44FFC7}" dt="2026-10-17T04:28:13.968" v="1629" actId="403"/>
        <pc:sldMkLst>
          <pc:docMk/>
          <pc:sldMk cId="2472823059" sldId="292"/>
        </pc:sldMkLst>
        <pc:spChg chg="mod">
          <ac:chgData name="Ishan Malik" userId="75bbfd951af34ddf" providerId="LiveId" clId="{72EBD0DD-2070-4E6C-9DD9-806D8E44FFC7}" dt="2026-10-17T04:10:10.555" v="1529" actId="20577"/>
          <ac:spMkLst>
            <pc:docMk/>
            <pc:sldMk cId="2472823059" sldId="292"/>
            <ac:spMk id="2" creationId="{92A5A119-A4B5-4841-4DF4-F616E428510F}"/>
          </ac:spMkLst>
        </pc:spChg>
        <pc:spChg chg="add del mod">
          <ac:chgData name="Ishan Malik" userId="75bbfd951af34ddf" providerId="LiveId" clId="{72EBD0DD-2070-4E6C-9DD9-806D8E44FFC7}" dt="2026-10-17T04:10:23.346" v="1530" actId="3680"/>
          <ac:spMkLst>
            <pc:docMk/>
            <pc:sldMk cId="2472823059" sldId="292"/>
            <ac:spMk id="3" creationId="{5B6921C4-D5F1-2C40-FA3E-04E7D34AB4FB}"/>
          </ac:spMkLst>
        </pc:spChg>
        <pc:graphicFrameChg chg="add mod modGraphic">
          <ac:chgData name="Ishan Malik" userId="75bbfd951af34ddf" providerId="LiveId" clId="{72EBD0DD-2070-4E6C-9DD9-806D8E44FFC7}" dt="2026-10-17T04:08:52.760" v="1482"/>
          <ac:graphicFrameMkLst>
            <pc:docMk/>
            <pc:sldMk cId="2472823059" sldId="292"/>
            <ac:graphicFrameMk id="4" creationId="{FF88560B-34D0-EAD2-BD66-56DA29F22328}"/>
          </ac:graphicFrameMkLst>
        </pc:graphicFrameChg>
        <pc:graphicFrameChg chg="add mod">
          <ac:chgData name="Ishan Malik" userId="75bbfd951af34ddf" providerId="LiveId" clId="{72EBD0DD-2070-4E6C-9DD9-806D8E44FFC7}" dt="2026-10-17T04:08:59.443" v="1484"/>
          <ac:graphicFrameMkLst>
            <pc:docMk/>
            <pc:sldMk cId="2472823059" sldId="292"/>
            <ac:graphicFrameMk id="5" creationId="{CB092EB2-AE85-4C1D-66EB-6202271183DF}"/>
          </ac:graphicFrameMkLst>
        </pc:graphicFrameChg>
        <pc:graphicFrameChg chg="add mod">
          <ac:chgData name="Ishan Malik" userId="75bbfd951af34ddf" providerId="LiveId" clId="{72EBD0DD-2070-4E6C-9DD9-806D8E44FFC7}" dt="2026-10-17T04:09:04.401" v="1488"/>
          <ac:graphicFrameMkLst>
            <pc:docMk/>
            <pc:sldMk cId="2472823059" sldId="292"/>
            <ac:graphicFrameMk id="6" creationId="{CAB86197-28DA-57BC-25DF-8276F28071C4}"/>
          </ac:graphicFrameMkLst>
        </pc:graphicFrameChg>
        <pc:graphicFrameChg chg="add mod">
          <ac:chgData name="Ishan Malik" userId="75bbfd951af34ddf" providerId="LiveId" clId="{72EBD0DD-2070-4E6C-9DD9-806D8E44FFC7}" dt="2026-10-17T04:09:07.655" v="1490"/>
          <ac:graphicFrameMkLst>
            <pc:docMk/>
            <pc:sldMk cId="2472823059" sldId="292"/>
            <ac:graphicFrameMk id="7" creationId="{D88FF450-CE05-1F4E-7E5B-8E558AEC041A}"/>
          </ac:graphicFrameMkLst>
        </pc:graphicFrameChg>
        <pc:graphicFrameChg chg="add mod">
          <ac:chgData name="Ishan Malik" userId="75bbfd951af34ddf" providerId="LiveId" clId="{72EBD0DD-2070-4E6C-9DD9-806D8E44FFC7}" dt="2026-10-17T04:09:08.909" v="1491"/>
          <ac:graphicFrameMkLst>
            <pc:docMk/>
            <pc:sldMk cId="2472823059" sldId="292"/>
            <ac:graphicFrameMk id="8" creationId="{4CE09317-F914-70B2-EAA7-E467704351EE}"/>
          </ac:graphicFrameMkLst>
        </pc:graphicFrameChg>
        <pc:graphicFrameChg chg="add mod">
          <ac:chgData name="Ishan Malik" userId="75bbfd951af34ddf" providerId="LiveId" clId="{72EBD0DD-2070-4E6C-9DD9-806D8E44FFC7}" dt="2026-10-17T04:09:15.342" v="1493"/>
          <ac:graphicFrameMkLst>
            <pc:docMk/>
            <pc:sldMk cId="2472823059" sldId="292"/>
            <ac:graphicFrameMk id="9" creationId="{048FD747-2A40-2952-B9C9-616F82F6393E}"/>
          </ac:graphicFrameMkLst>
        </pc:graphicFrameChg>
        <pc:graphicFrameChg chg="add mod">
          <ac:chgData name="Ishan Malik" userId="75bbfd951af34ddf" providerId="LiveId" clId="{72EBD0DD-2070-4E6C-9DD9-806D8E44FFC7}" dt="2026-10-17T04:09:20.213" v="1497"/>
          <ac:graphicFrameMkLst>
            <pc:docMk/>
            <pc:sldMk cId="2472823059" sldId="292"/>
            <ac:graphicFrameMk id="12" creationId="{CE88EECE-77D7-507D-9B4C-A2FC453B39E3}"/>
          </ac:graphicFrameMkLst>
        </pc:graphicFrameChg>
        <pc:graphicFrameChg chg="add mod">
          <ac:chgData name="Ishan Malik" userId="75bbfd951af34ddf" providerId="LiveId" clId="{72EBD0DD-2070-4E6C-9DD9-806D8E44FFC7}" dt="2026-10-17T04:09:36.085" v="1499"/>
          <ac:graphicFrameMkLst>
            <pc:docMk/>
            <pc:sldMk cId="2472823059" sldId="292"/>
            <ac:graphicFrameMk id="13" creationId="{F405C4BA-C638-8BF0-F861-16CE28478CD8}"/>
          </ac:graphicFrameMkLst>
        </pc:graphicFrameChg>
        <pc:graphicFrameChg chg="add mod ord modGraphic">
          <ac:chgData name="Ishan Malik" userId="75bbfd951af34ddf" providerId="LiveId" clId="{72EBD0DD-2070-4E6C-9DD9-806D8E44FFC7}" dt="2026-10-17T04:28:13.968" v="1629" actId="403"/>
          <ac:graphicFrameMkLst>
            <pc:docMk/>
            <pc:sldMk cId="2472823059" sldId="292"/>
            <ac:graphicFrameMk id="14" creationId="{446BA830-AA18-1D29-9353-0080583527C6}"/>
          </ac:graphicFrameMkLst>
        </pc:graphicFrameChg>
        <pc:picChg chg="add del">
          <ac:chgData name="Ishan Malik" userId="75bbfd951af34ddf" providerId="LiveId" clId="{72EBD0DD-2070-4E6C-9DD9-806D8E44FFC7}" dt="2026-10-17T04:09:16.864" v="1495" actId="22"/>
          <ac:picMkLst>
            <pc:docMk/>
            <pc:sldMk cId="2472823059" sldId="292"/>
            <ac:picMk id="11" creationId="{8F0148A8-2997-AC77-C56D-B9FD61B4BAEF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932851628" sldId="293"/>
        </pc:sldMkLst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2" creationId="{E56FE932-0194-9401-F970-BD1185DACA3E}"/>
          </ac:spMkLst>
        </pc:spChg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3" creationId="{E1FB66C5-8728-9F93-43AA-F04ED982085D}"/>
          </ac:spMkLst>
        </pc:spChg>
        <pc:picChg chg="add mod">
          <ac:chgData name="Ishan Malik" userId="75bbfd951af34ddf" providerId="LiveId" clId="{72EBD0DD-2070-4E6C-9DD9-806D8E44FFC7}" dt="2026-10-16T15:35:47.622" v="1289" actId="14100"/>
          <ac:picMkLst>
            <pc:docMk/>
            <pc:sldMk cId="2932851628" sldId="293"/>
            <ac:picMk id="4" creationId="{03796133-2FE9-81C1-FB13-8E18922926CA}"/>
          </ac:picMkLst>
        </pc:picChg>
        <pc:picChg chg="add">
          <ac:chgData name="Ishan Malik" userId="75bbfd951af34ddf" providerId="LiveId" clId="{72EBD0DD-2070-4E6C-9DD9-806D8E44FFC7}" dt="2026-10-16T15:37:35.712" v="1290" actId="22"/>
          <ac:picMkLst>
            <pc:docMk/>
            <pc:sldMk cId="2932851628" sldId="293"/>
            <ac:picMk id="6" creationId="{B760F818-3D75-027F-99D1-0BDD32EC6EEE}"/>
          </ac:picMkLst>
        </pc:picChg>
      </pc:sldChg>
      <pc:sldChg chg="addSp delSp modSp new mod">
        <pc:chgData name="Ishan Malik" userId="75bbfd951af34ddf" providerId="LiveId" clId="{72EBD0DD-2070-4E6C-9DD9-806D8E44FFC7}" dt="2026-10-17T05:00:32.981" v="1634" actId="14100"/>
        <pc:sldMkLst>
          <pc:docMk/>
          <pc:sldMk cId="3317277930" sldId="293"/>
        </pc:sldMkLst>
        <pc:spChg chg="del">
          <ac:chgData name="Ishan Malik" userId="75bbfd951af34ddf" providerId="LiveId" clId="{72EBD0DD-2070-4E6C-9DD9-806D8E44FFC7}" dt="2026-10-17T04:44:00.296" v="1630" actId="478"/>
          <ac:spMkLst>
            <pc:docMk/>
            <pc:sldMk cId="3317277930" sldId="293"/>
            <ac:spMk id="2" creationId="{0F9553DD-F401-6C83-A98A-18949A076CC1}"/>
          </ac:spMkLst>
        </pc:spChg>
        <pc:spChg chg="del">
          <ac:chgData name="Ishan Malik" userId="75bbfd951af34ddf" providerId="LiveId" clId="{72EBD0DD-2070-4E6C-9DD9-806D8E44FFC7}" dt="2026-10-17T04:44:00.296" v="1630" actId="478"/>
          <ac:spMkLst>
            <pc:docMk/>
            <pc:sldMk cId="3317277930" sldId="293"/>
            <ac:spMk id="3" creationId="{84CEA36C-E45A-BF55-41F4-30EA91E8613C}"/>
          </ac:spMkLst>
        </pc:spChg>
        <pc:picChg chg="add mod">
          <ac:chgData name="Ishan Malik" userId="75bbfd951af34ddf" providerId="LiveId" clId="{72EBD0DD-2070-4E6C-9DD9-806D8E44FFC7}" dt="2026-10-17T05:00:32.981" v="1634" actId="14100"/>
          <ac:picMkLst>
            <pc:docMk/>
            <pc:sldMk cId="3317277930" sldId="293"/>
            <ac:picMk id="4" creationId="{55E8C679-E331-03C9-5D9D-8C8BF143B05A}"/>
          </ac:picMkLst>
        </pc:picChg>
      </pc:sldChg>
      <pc:sldChg chg="addSp delSp modSp new mod">
        <pc:chgData name="Ishan Malik" userId="75bbfd951af34ddf" providerId="LiveId" clId="{72EBD0DD-2070-4E6C-9DD9-806D8E44FFC7}" dt="2026-10-17T05:00:51.708" v="1640" actId="14100"/>
        <pc:sldMkLst>
          <pc:docMk/>
          <pc:sldMk cId="2220226354" sldId="294"/>
        </pc:sldMkLst>
        <pc:spChg chg="del">
          <ac:chgData name="Ishan Malik" userId="75bbfd951af34ddf" providerId="LiveId" clId="{72EBD0DD-2070-4E6C-9DD9-806D8E44FFC7}" dt="2026-10-17T05:00:41.626" v="1636" actId="478"/>
          <ac:spMkLst>
            <pc:docMk/>
            <pc:sldMk cId="2220226354" sldId="294"/>
            <ac:spMk id="2" creationId="{3A56CA19-30AD-E9E6-BD17-0BD3A3C234FA}"/>
          </ac:spMkLst>
        </pc:spChg>
        <pc:spChg chg="del">
          <ac:chgData name="Ishan Malik" userId="75bbfd951af34ddf" providerId="LiveId" clId="{72EBD0DD-2070-4E6C-9DD9-806D8E44FFC7}" dt="2026-10-17T05:00:41.626" v="1636" actId="478"/>
          <ac:spMkLst>
            <pc:docMk/>
            <pc:sldMk cId="2220226354" sldId="294"/>
            <ac:spMk id="3" creationId="{626B9C54-DE9A-64DC-6C9E-440D0F1F4DB4}"/>
          </ac:spMkLst>
        </pc:spChg>
        <pc:picChg chg="add mod">
          <ac:chgData name="Ishan Malik" userId="75bbfd951af34ddf" providerId="LiveId" clId="{72EBD0DD-2070-4E6C-9DD9-806D8E44FFC7}" dt="2026-10-17T05:00:51.708" v="1640" actId="14100"/>
          <ac:picMkLst>
            <pc:docMk/>
            <pc:sldMk cId="2220226354" sldId="294"/>
            <ac:picMk id="4" creationId="{A80B5776-2B99-9E31-13BD-416E2F7E2C19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3032367073" sldId="294"/>
        </pc:sldMkLst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2" creationId="{51D78AE7-53F0-E543-5A30-B25A504C5965}"/>
          </ac:spMkLst>
        </pc:spChg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3" creationId="{BCB42619-BE65-A616-A999-FA629331DFC0}"/>
          </ac:spMkLst>
        </pc:spChg>
        <pc:picChg chg="add mod">
          <ac:chgData name="Ishan Malik" userId="75bbfd951af34ddf" providerId="LiveId" clId="{72EBD0DD-2070-4E6C-9DD9-806D8E44FFC7}" dt="2026-10-16T15:42:19.982" v="1296" actId="14100"/>
          <ac:picMkLst>
            <pc:docMk/>
            <pc:sldMk cId="3032367073" sldId="294"/>
            <ac:picMk id="4" creationId="{5736DA0C-064A-037D-1D22-9AF2F5CFE740}"/>
          </ac:picMkLst>
        </pc:picChg>
      </pc:sldChg>
      <pc:sldChg chg="modSp new mod modAnim">
        <pc:chgData name="Ishan Malik" userId="75bbfd951af34ddf" providerId="LiveId" clId="{72EBD0DD-2070-4E6C-9DD9-806D8E44FFC7}" dt="2026-10-17T05:05:53.623" v="1647"/>
        <pc:sldMkLst>
          <pc:docMk/>
          <pc:sldMk cId="3672162622" sldId="295"/>
        </pc:sldMkLst>
        <pc:spChg chg="mod">
          <ac:chgData name="Ishan Malik" userId="75bbfd951af34ddf" providerId="LiveId" clId="{72EBD0DD-2070-4E6C-9DD9-806D8E44FFC7}" dt="2026-10-17T05:01:13.245" v="1642"/>
          <ac:spMkLst>
            <pc:docMk/>
            <pc:sldMk cId="3672162622" sldId="295"/>
            <ac:spMk id="2" creationId="{F165798E-5A7A-3F0B-361F-C8F434E90D3F}"/>
          </ac:spMkLst>
        </pc:spChg>
        <pc:spChg chg="mod">
          <ac:chgData name="Ishan Malik" userId="75bbfd951af34ddf" providerId="LiveId" clId="{72EBD0DD-2070-4E6C-9DD9-806D8E44FFC7}" dt="2026-10-17T05:05:44.109" v="1645" actId="5793"/>
          <ac:spMkLst>
            <pc:docMk/>
            <pc:sldMk cId="3672162622" sldId="295"/>
            <ac:spMk id="3" creationId="{AF34AC44-900E-8083-9D3C-94770B0FE513}"/>
          </ac:spMkLst>
        </pc:spChg>
      </pc:sldChg>
      <pc:sldChg chg="addSp modSp new del mod">
        <pc:chgData name="Ishan Malik" userId="75bbfd951af34ddf" providerId="LiveId" clId="{72EBD0DD-2070-4E6C-9DD9-806D8E44FFC7}" dt="2026-10-17T03:43:45.946" v="1362" actId="47"/>
        <pc:sldMkLst>
          <pc:docMk/>
          <pc:sldMk cId="4165888872" sldId="295"/>
        </pc:sldMkLst>
        <pc:spChg chg="mod">
          <ac:chgData name="Ishan Malik" userId="75bbfd951af34ddf" providerId="LiveId" clId="{72EBD0DD-2070-4E6C-9DD9-806D8E44FFC7}" dt="2026-10-16T15:58:10.913" v="1298"/>
          <ac:spMkLst>
            <pc:docMk/>
            <pc:sldMk cId="4165888872" sldId="295"/>
            <ac:spMk id="2" creationId="{05333C9E-F096-C81F-B951-05FD31E38F7B}"/>
          </ac:spMkLst>
        </pc:spChg>
        <pc:spChg chg="mod">
          <ac:chgData name="Ishan Malik" userId="75bbfd951af34ddf" providerId="LiveId" clId="{72EBD0DD-2070-4E6C-9DD9-806D8E44FFC7}" dt="2026-10-16T15:59:03.953" v="1305" actId="5793"/>
          <ac:spMkLst>
            <pc:docMk/>
            <pc:sldMk cId="4165888872" sldId="295"/>
            <ac:spMk id="3" creationId="{D68634F9-8428-A2D0-9B0E-D7B7BA8E83B8}"/>
          </ac:spMkLst>
        </pc:spChg>
        <pc:graphicFrameChg chg="add mod modGraphic">
          <ac:chgData name="Ishan Malik" userId="75bbfd951af34ddf" providerId="LiveId" clId="{72EBD0DD-2070-4E6C-9DD9-806D8E44FFC7}" dt="2026-10-16T15:59:27.653" v="1310" actId="403"/>
          <ac:graphicFrameMkLst>
            <pc:docMk/>
            <pc:sldMk cId="4165888872" sldId="295"/>
            <ac:graphicFrameMk id="4" creationId="{C82B418E-9943-7E6B-4FCE-D4C91854A403}"/>
          </ac:graphicFrameMkLst>
        </pc:graphicFrame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64340566" sldId="296"/>
        </pc:sldMkLst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2" creationId="{D23ED528-EAB7-488A-183A-38CC4811628F}"/>
          </ac:spMkLst>
        </pc:spChg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3" creationId="{3AEE7107-EEB2-064D-1B25-53B6EB6BD4F6}"/>
          </ac:spMkLst>
        </pc:spChg>
        <pc:picChg chg="add mod">
          <ac:chgData name="Ishan Malik" userId="75bbfd951af34ddf" providerId="LiveId" clId="{72EBD0DD-2070-4E6C-9DD9-806D8E44FFC7}" dt="2026-10-16T16:00:51.135" v="1316" actId="14100"/>
          <ac:picMkLst>
            <pc:docMk/>
            <pc:sldMk cId="264340566" sldId="296"/>
            <ac:picMk id="4" creationId="{B447CCAC-1B99-B5EA-3D8D-C5A08DE1CD1A}"/>
          </ac:picMkLst>
        </pc:picChg>
      </pc:sldChg>
      <pc:sldChg chg="modSp new mod modAnim">
        <pc:chgData name="Ishan Malik" userId="75bbfd951af34ddf" providerId="LiveId" clId="{72EBD0DD-2070-4E6C-9DD9-806D8E44FFC7}" dt="2026-10-17T05:27:40.082" v="1673"/>
        <pc:sldMkLst>
          <pc:docMk/>
          <pc:sldMk cId="1142611198" sldId="296"/>
        </pc:sldMkLst>
        <pc:spChg chg="mod">
          <ac:chgData name="Ishan Malik" userId="75bbfd951af34ddf" providerId="LiveId" clId="{72EBD0DD-2070-4E6C-9DD9-806D8E44FFC7}" dt="2026-10-17T05:19:28.644" v="1651" actId="20577"/>
          <ac:spMkLst>
            <pc:docMk/>
            <pc:sldMk cId="1142611198" sldId="296"/>
            <ac:spMk id="2" creationId="{034F5364-75AD-7F26-9664-6FD19C047ACD}"/>
          </ac:spMkLst>
        </pc:spChg>
        <pc:spChg chg="mod">
          <ac:chgData name="Ishan Malik" userId="75bbfd951af34ddf" providerId="LiveId" clId="{72EBD0DD-2070-4E6C-9DD9-806D8E44FFC7}" dt="2026-10-17T05:27:15.047" v="1670" actId="27636"/>
          <ac:spMkLst>
            <pc:docMk/>
            <pc:sldMk cId="1142611198" sldId="296"/>
            <ac:spMk id="3" creationId="{1470A2C7-9D11-8D5C-64AD-F52EE8B67913}"/>
          </ac:spMkLst>
        </pc:spChg>
      </pc:sldChg>
      <pc:sldChg chg="addSp delSp modSp new mod">
        <pc:chgData name="Ishan Malik" userId="75bbfd951af34ddf" providerId="LiveId" clId="{72EBD0DD-2070-4E6C-9DD9-806D8E44FFC7}" dt="2026-10-17T05:36:02.844" v="1679" actId="14100"/>
        <pc:sldMkLst>
          <pc:docMk/>
          <pc:sldMk cId="258578719" sldId="297"/>
        </pc:sldMkLst>
        <pc:spChg chg="del">
          <ac:chgData name="Ishan Malik" userId="75bbfd951af34ddf" providerId="LiveId" clId="{72EBD0DD-2070-4E6C-9DD9-806D8E44FFC7}" dt="2026-10-17T05:35:53.800" v="1675" actId="478"/>
          <ac:spMkLst>
            <pc:docMk/>
            <pc:sldMk cId="258578719" sldId="297"/>
            <ac:spMk id="2" creationId="{B3551AAF-E5E9-C0A6-7120-C8828A2A66D3}"/>
          </ac:spMkLst>
        </pc:spChg>
        <pc:spChg chg="del">
          <ac:chgData name="Ishan Malik" userId="75bbfd951af34ddf" providerId="LiveId" clId="{72EBD0DD-2070-4E6C-9DD9-806D8E44FFC7}" dt="2026-10-17T05:35:53.800" v="1675" actId="478"/>
          <ac:spMkLst>
            <pc:docMk/>
            <pc:sldMk cId="258578719" sldId="297"/>
            <ac:spMk id="3" creationId="{8021373D-92CA-A998-3D24-D980DD82354E}"/>
          </ac:spMkLst>
        </pc:spChg>
        <pc:picChg chg="add mod">
          <ac:chgData name="Ishan Malik" userId="75bbfd951af34ddf" providerId="LiveId" clId="{72EBD0DD-2070-4E6C-9DD9-806D8E44FFC7}" dt="2026-10-17T05:36:02.844" v="1679" actId="14100"/>
          <ac:picMkLst>
            <pc:docMk/>
            <pc:sldMk cId="258578719" sldId="297"/>
            <ac:picMk id="4" creationId="{89AA8A03-BCA4-6D93-477B-2FA743394048}"/>
          </ac:picMkLst>
        </pc:picChg>
      </pc:sldChg>
      <pc:sldChg chg="modSp add del mod modAnim">
        <pc:chgData name="Ishan Malik" userId="75bbfd951af34ddf" providerId="LiveId" clId="{72EBD0DD-2070-4E6C-9DD9-806D8E44FFC7}" dt="2026-10-17T03:43:53.155" v="1363" actId="47"/>
        <pc:sldMkLst>
          <pc:docMk/>
          <pc:sldMk cId="1070963268" sldId="297"/>
        </pc:sldMkLst>
        <pc:spChg chg="mod">
          <ac:chgData name="Ishan Malik" userId="75bbfd951af34ddf" providerId="LiveId" clId="{72EBD0DD-2070-4E6C-9DD9-806D8E44FFC7}" dt="2026-10-16T16:22:28.204" v="1361" actId="20577"/>
          <ac:spMkLst>
            <pc:docMk/>
            <pc:sldMk cId="1070963268" sldId="297"/>
            <ac:spMk id="7" creationId="{18D6D02F-6EA3-0B85-9548-70CF104A3909}"/>
          </ac:spMkLst>
        </pc:spChg>
      </pc:sldChg>
      <pc:sldChg chg="modSp new mod modAnim">
        <pc:chgData name="Ishan Malik" userId="75bbfd951af34ddf" providerId="LiveId" clId="{72EBD0DD-2070-4E6C-9DD9-806D8E44FFC7}" dt="2026-10-17T05:41:31.574" v="1702"/>
        <pc:sldMkLst>
          <pc:docMk/>
          <pc:sldMk cId="3277866937" sldId="298"/>
        </pc:sldMkLst>
        <pc:spChg chg="mod">
          <ac:chgData name="Ishan Malik" userId="75bbfd951af34ddf" providerId="LiveId" clId="{72EBD0DD-2070-4E6C-9DD9-806D8E44FFC7}" dt="2026-10-17T05:38:04.945" v="1691" actId="20577"/>
          <ac:spMkLst>
            <pc:docMk/>
            <pc:sldMk cId="3277866937" sldId="298"/>
            <ac:spMk id="2" creationId="{92EF4321-EB0E-D960-5533-513F60D314BF}"/>
          </ac:spMkLst>
        </pc:spChg>
        <pc:spChg chg="mod">
          <ac:chgData name="Ishan Malik" userId="75bbfd951af34ddf" providerId="LiveId" clId="{72EBD0DD-2070-4E6C-9DD9-806D8E44FFC7}" dt="2026-10-17T05:41:31.574" v="1702"/>
          <ac:spMkLst>
            <pc:docMk/>
            <pc:sldMk cId="3277866937" sldId="298"/>
            <ac:spMk id="3" creationId="{7DCF23E3-2393-5631-3232-95863A33A49F}"/>
          </ac:spMkLst>
        </pc:spChg>
      </pc:sldChg>
      <pc:sldChg chg="addSp delSp new mod">
        <pc:chgData name="Ishan Malik" userId="75bbfd951af34ddf" providerId="LiveId" clId="{72EBD0DD-2070-4E6C-9DD9-806D8E44FFC7}" dt="2026-10-17T05:57:30.694" v="1705" actId="22"/>
        <pc:sldMkLst>
          <pc:docMk/>
          <pc:sldMk cId="1765580352" sldId="299"/>
        </pc:sldMkLst>
        <pc:spChg chg="del">
          <ac:chgData name="Ishan Malik" userId="75bbfd951af34ddf" providerId="LiveId" clId="{72EBD0DD-2070-4E6C-9DD9-806D8E44FFC7}" dt="2026-10-17T05:57:30.066" v="1704" actId="478"/>
          <ac:spMkLst>
            <pc:docMk/>
            <pc:sldMk cId="1765580352" sldId="299"/>
            <ac:spMk id="2" creationId="{22542C78-FBA7-985E-5EAC-E172C3AB8485}"/>
          </ac:spMkLst>
        </pc:spChg>
        <pc:spChg chg="del">
          <ac:chgData name="Ishan Malik" userId="75bbfd951af34ddf" providerId="LiveId" clId="{72EBD0DD-2070-4E6C-9DD9-806D8E44FFC7}" dt="2026-10-17T05:57:30.066" v="1704" actId="478"/>
          <ac:spMkLst>
            <pc:docMk/>
            <pc:sldMk cId="1765580352" sldId="299"/>
            <ac:spMk id="3" creationId="{E40F3290-0031-D594-E43B-ACA811DACA28}"/>
          </ac:spMkLst>
        </pc:spChg>
        <pc:picChg chg="add">
          <ac:chgData name="Ishan Malik" userId="75bbfd951af34ddf" providerId="LiveId" clId="{72EBD0DD-2070-4E6C-9DD9-806D8E44FFC7}" dt="2026-10-17T05:57:30.694" v="1705" actId="22"/>
          <ac:picMkLst>
            <pc:docMk/>
            <pc:sldMk cId="1765580352" sldId="299"/>
            <ac:picMk id="5" creationId="{BCF022C0-67CC-1633-15EE-02D1302DE4D9}"/>
          </ac:picMkLst>
        </pc:picChg>
      </pc:sldChg>
      <pc:sldChg chg="addSp modSp new mod addAnim delAnim modAnim">
        <pc:chgData name="Ishan Malik" userId="75bbfd951af34ddf" providerId="LiveId" clId="{72EBD0DD-2070-4E6C-9DD9-806D8E44FFC7}" dt="2026-10-17T06:08:32.869" v="1801"/>
        <pc:sldMkLst>
          <pc:docMk/>
          <pc:sldMk cId="1011125773" sldId="300"/>
        </pc:sldMkLst>
        <pc:spChg chg="mod">
          <ac:chgData name="Ishan Malik" userId="75bbfd951af34ddf" providerId="LiveId" clId="{72EBD0DD-2070-4E6C-9DD9-806D8E44FFC7}" dt="2026-10-17T06:03:00.222" v="1707"/>
          <ac:spMkLst>
            <pc:docMk/>
            <pc:sldMk cId="1011125773" sldId="300"/>
            <ac:spMk id="2" creationId="{63500573-83BE-3925-84E4-2C0C099038B2}"/>
          </ac:spMkLst>
        </pc:spChg>
        <pc:spChg chg="mod">
          <ac:chgData name="Ishan Malik" userId="75bbfd951af34ddf" providerId="LiveId" clId="{72EBD0DD-2070-4E6C-9DD9-806D8E44FFC7}" dt="2026-10-17T06:06:53.085" v="1786" actId="5793"/>
          <ac:spMkLst>
            <pc:docMk/>
            <pc:sldMk cId="1011125773" sldId="300"/>
            <ac:spMk id="3" creationId="{58C4B98E-AB68-FC1B-B7AA-8FB797F9E1BD}"/>
          </ac:spMkLst>
        </pc:spChg>
        <pc:spChg chg="add mod">
          <ac:chgData name="Ishan Malik" userId="75bbfd951af34ddf" providerId="LiveId" clId="{72EBD0DD-2070-4E6C-9DD9-806D8E44FFC7}" dt="2026-10-17T06:07:02.066" v="1793" actId="1035"/>
          <ac:spMkLst>
            <pc:docMk/>
            <pc:sldMk cId="1011125773" sldId="300"/>
            <ac:spMk id="4" creationId="{7088A69D-0A0E-1D01-B913-26F73604739B}"/>
          </ac:spMkLst>
        </pc:spChg>
        <pc:spChg chg="add mod">
          <ac:chgData name="Ishan Malik" userId="75bbfd951af34ddf" providerId="LiveId" clId="{72EBD0DD-2070-4E6C-9DD9-806D8E44FFC7}" dt="2026-10-17T06:07:53.816" v="1797" actId="1076"/>
          <ac:spMkLst>
            <pc:docMk/>
            <pc:sldMk cId="1011125773" sldId="300"/>
            <ac:spMk id="5" creationId="{049EC90E-BE32-A4AA-EE73-6DAE6858FCD5}"/>
          </ac:spMkLst>
        </pc:spChg>
      </pc:sldChg>
      <pc:sldChg chg="addSp delSp modSp new mod modClrScheme addAnim delAnim modAnim chgLayout">
        <pc:chgData name="Ishan Malik" userId="75bbfd951af34ddf" providerId="LiveId" clId="{72EBD0DD-2070-4E6C-9DD9-806D8E44FFC7}" dt="2026-10-17T06:22:33.262" v="1891"/>
        <pc:sldMkLst>
          <pc:docMk/>
          <pc:sldMk cId="3983639066" sldId="301"/>
        </pc:sldMkLst>
        <pc:spChg chg="mod ord">
          <ac:chgData name="Ishan Malik" userId="75bbfd951af34ddf" providerId="LiveId" clId="{72EBD0DD-2070-4E6C-9DD9-806D8E44FFC7}" dt="2026-10-17T06:17:38.130" v="1831" actId="700"/>
          <ac:spMkLst>
            <pc:docMk/>
            <pc:sldMk cId="3983639066" sldId="301"/>
            <ac:spMk id="2" creationId="{64C7D338-C5BB-32F9-B787-FE94548B37FA}"/>
          </ac:spMkLst>
        </pc:spChg>
        <pc:spChg chg="mod ord">
          <ac:chgData name="Ishan Malik" userId="75bbfd951af34ddf" providerId="LiveId" clId="{72EBD0DD-2070-4E6C-9DD9-806D8E44FFC7}" dt="2026-10-17T06:21:56.793" v="1887" actId="404"/>
          <ac:spMkLst>
            <pc:docMk/>
            <pc:sldMk cId="3983639066" sldId="301"/>
            <ac:spMk id="3" creationId="{9BBE04F9-AF73-72C2-EBC8-5BE9F63DAC49}"/>
          </ac:spMkLst>
        </pc:spChg>
        <pc:spChg chg="add del mod ord">
          <ac:chgData name="Ishan Malik" userId="75bbfd951af34ddf" providerId="LiveId" clId="{72EBD0DD-2070-4E6C-9DD9-806D8E44FFC7}" dt="2026-10-17T06:17:12.081" v="1828" actId="700"/>
          <ac:spMkLst>
            <pc:docMk/>
            <pc:sldMk cId="3983639066" sldId="301"/>
            <ac:spMk id="4" creationId="{6DA0CF8A-BAEE-17E7-8900-B55435FE4597}"/>
          </ac:spMkLst>
        </pc:spChg>
        <pc:spChg chg="add del mod ord">
          <ac:chgData name="Ishan Malik" userId="75bbfd951af34ddf" providerId="LiveId" clId="{72EBD0DD-2070-4E6C-9DD9-806D8E44FFC7}" dt="2026-10-17T06:17:29.840" v="1830" actId="700"/>
          <ac:spMkLst>
            <pc:docMk/>
            <pc:sldMk cId="3983639066" sldId="301"/>
            <ac:spMk id="5" creationId="{C8E9F8A8-0018-82A0-8980-9EB93512D736}"/>
          </ac:spMkLst>
        </pc:spChg>
        <pc:spChg chg="add del mod ord">
          <ac:chgData name="Ishan Malik" userId="75bbfd951af34ddf" providerId="LiveId" clId="{72EBD0DD-2070-4E6C-9DD9-806D8E44FFC7}" dt="2026-10-17T06:18:19.093" v="1848" actId="478"/>
          <ac:spMkLst>
            <pc:docMk/>
            <pc:sldMk cId="3983639066" sldId="301"/>
            <ac:spMk id="6" creationId="{F4BEFAF4-3EC9-9858-F26F-9A6B86DF8CC8}"/>
          </ac:spMkLst>
        </pc:spChg>
        <pc:spChg chg="add mod">
          <ac:chgData name="Ishan Malik" userId="75bbfd951af34ddf" providerId="LiveId" clId="{72EBD0DD-2070-4E6C-9DD9-806D8E44FFC7}" dt="2026-10-17T06:22:16.564" v="1889" actId="1076"/>
          <ac:spMkLst>
            <pc:docMk/>
            <pc:sldMk cId="3983639066" sldId="301"/>
            <ac:spMk id="7" creationId="{3028DD16-CBFE-AC47-552F-5FB5B409402A}"/>
          </ac:spMkLst>
        </pc:spChg>
      </pc:sldChg>
      <pc:sldChg chg="modSp add mod modAnim">
        <pc:chgData name="Ishan Malik" userId="75bbfd951af34ddf" providerId="LiveId" clId="{72EBD0DD-2070-4E6C-9DD9-806D8E44FFC7}" dt="2026-10-17T06:30:23.656" v="1952" actId="5793"/>
        <pc:sldMkLst>
          <pc:docMk/>
          <pc:sldMk cId="1705153274" sldId="302"/>
        </pc:sldMkLst>
        <pc:spChg chg="mod">
          <ac:chgData name="Ishan Malik" userId="75bbfd951af34ddf" providerId="LiveId" clId="{72EBD0DD-2070-4E6C-9DD9-806D8E44FFC7}" dt="2026-10-17T06:30:23.656" v="1952" actId="5793"/>
          <ac:spMkLst>
            <pc:docMk/>
            <pc:sldMk cId="1705153274" sldId="302"/>
            <ac:spMk id="7" creationId="{C2F262A4-C3DE-733C-8880-054493BCC19D}"/>
          </ac:spMkLst>
        </pc:spChg>
      </pc:sldChg>
      <pc:sldChg chg="modSp add mod modAnim">
        <pc:chgData name="Ishan Malik" userId="75bbfd951af34ddf" providerId="LiveId" clId="{72EBD0DD-2070-4E6C-9DD9-806D8E44FFC7}" dt="2026-10-17T06:29:39.838" v="1949" actId="20577"/>
        <pc:sldMkLst>
          <pc:docMk/>
          <pc:sldMk cId="3098441790" sldId="303"/>
        </pc:sldMkLst>
        <pc:spChg chg="mod">
          <ac:chgData name="Ishan Malik" userId="75bbfd951af34ddf" providerId="LiveId" clId="{72EBD0DD-2070-4E6C-9DD9-806D8E44FFC7}" dt="2026-10-17T06:29:39.838" v="1949" actId="20577"/>
          <ac:spMkLst>
            <pc:docMk/>
            <pc:sldMk cId="3098441790" sldId="303"/>
            <ac:spMk id="7" creationId="{B38261FE-8D59-8EAA-F2AF-285C0155D62E}"/>
          </ac:spMkLst>
        </pc:spChg>
      </pc:sldChg>
      <pc:sldChg chg="modSp add mod modAnim">
        <pc:chgData name="Ishan Malik" userId="75bbfd951af34ddf" providerId="LiveId" clId="{72EBD0DD-2070-4E6C-9DD9-806D8E44FFC7}" dt="2026-10-17T06:31:19.660" v="1964" actId="20577"/>
        <pc:sldMkLst>
          <pc:docMk/>
          <pc:sldMk cId="1399793864" sldId="304"/>
        </pc:sldMkLst>
        <pc:spChg chg="mod">
          <ac:chgData name="Ishan Malik" userId="75bbfd951af34ddf" providerId="LiveId" clId="{72EBD0DD-2070-4E6C-9DD9-806D8E44FFC7}" dt="2026-10-17T06:31:19.660" v="1964" actId="20577"/>
          <ac:spMkLst>
            <pc:docMk/>
            <pc:sldMk cId="1399793864" sldId="304"/>
            <ac:spMk id="7" creationId="{77B805DA-65F4-8DE0-50EC-8FE8969B6060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  <pc:sldMasterChg chg="del delSldLayout">
        <pc:chgData name="Ishan Malik" userId="75bbfd951af34ddf" providerId="LiveId" clId="{72EBD0DD-2070-4E6C-9DD9-806D8E44FFC7}" dt="2026-10-16T14:06:47.486" v="1133" actId="47"/>
        <pc:sldMasterMkLst>
          <pc:docMk/>
          <pc:sldMasterMk cId="2927335781" sldId="2147483746"/>
        </pc:sldMasterMkLst>
        <pc:sldLayoutChg chg="del">
          <pc:chgData name="Ishan Malik" userId="75bbfd951af34ddf" providerId="LiveId" clId="{72EBD0DD-2070-4E6C-9DD9-806D8E44FFC7}" dt="2026-10-16T14:06:47.486" v="1133" actId="47"/>
          <pc:sldLayoutMkLst>
            <pc:docMk/>
            <pc:sldMasterMk cId="2927335781" sldId="2147483746"/>
            <pc:sldLayoutMk cId="2172948461" sldId="21474837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EF Core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Framework Core (EF Core)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EF Core</a:t>
            </a:r>
            <a:r>
              <a:rPr lang="en-US" dirty="0"/>
              <a:t> is a lightweight, extensible, open-source, and cross-platform version of Microsoft's popular Entity Framework data access technology.</a:t>
            </a:r>
          </a:p>
          <a:p>
            <a:r>
              <a:rPr lang="en-US" dirty="0"/>
              <a:t>It serves as an </a:t>
            </a:r>
            <a:r>
              <a:rPr lang="en-US" b="1" dirty="0"/>
              <a:t>Object-Relational Mapper (ORM)</a:t>
            </a:r>
            <a:r>
              <a:rPr lang="en-US" dirty="0"/>
              <a:t>, which allows .NET developers to interact with relational and non-relational databases using strongly-typed C# objects instead of writing manual data-access code or raw SQL queries.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D59B-D638-4E28-4EAA-1DE2C965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&amp; Benefits of EF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AF1C-6CE5-A623-6F60-D58682719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LINQ Queries:</a:t>
            </a:r>
            <a:r>
              <a:rPr lang="en-US" dirty="0"/>
              <a:t> Write type-safe database queries natively in C# via Language Integrated Query (LINQ), which EF Core automatically translates to the appropriate SQL dialect.</a:t>
            </a:r>
          </a:p>
          <a:p>
            <a:r>
              <a:rPr lang="en-US" b="1" dirty="0"/>
              <a:t>Change Tracking:</a:t>
            </a:r>
            <a:r>
              <a:rPr lang="en-US" dirty="0"/>
              <a:t> Automatically keeps track of the modifications made to your C# memory entities and handles the complexity of executing SQL INSERT, UPDATE, or DELETE statements when saving.</a:t>
            </a:r>
          </a:p>
          <a:p>
            <a:r>
              <a:rPr lang="en-US" b="1" dirty="0"/>
              <a:t>Database Migrations:</a:t>
            </a:r>
            <a:r>
              <a:rPr lang="en-US" dirty="0"/>
              <a:t> Allows developers to incrementally evolve the database schema directly from C# code changes using simple commands like add-migration and update-database.</a:t>
            </a:r>
          </a:p>
          <a:p>
            <a:r>
              <a:rPr lang="en-US" b="1" dirty="0"/>
              <a:t>Cross-Platform &amp; Lightweight:</a:t>
            </a:r>
            <a:r>
              <a:rPr lang="en-US" dirty="0"/>
              <a:t> Works seamlessly across Windows, Linux, and macOS with a significantly lower memory footprint compared to legacy EF6.</a:t>
            </a:r>
          </a:p>
          <a:p>
            <a:r>
              <a:rPr lang="en-US" b="1" dirty="0"/>
              <a:t>Broad Database Support:</a:t>
            </a:r>
            <a:r>
              <a:rPr lang="en-US" dirty="0"/>
              <a:t> Connects to many database systems via pluggable NuGet providers, including Microsoft SQL Server, SQLite, MySQL, PostgreSQL, Oracle, and Azure Cosmos DB.</a:t>
            </a:r>
          </a:p>
        </p:txBody>
      </p:sp>
    </p:spTree>
    <p:extLst>
      <p:ext uri="{BB962C8B-B14F-4D97-AF65-F5344CB8AC3E}">
        <p14:creationId xmlns:p14="http://schemas.microsoft.com/office/powerpoint/2010/main" val="35782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0FAC-D298-BB91-23DD-81450F95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Object-Relational Mapper (ORM)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8A340-AFB5-EFDD-E970-7753276D2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ORM acts as a bridge between two completely different programming paradigms: the object-oriented design of your application code (like C# or Java classes) and the relational structure of a SQL database (tables, rows, and columns).</a:t>
            </a:r>
          </a:p>
          <a:p>
            <a:r>
              <a:rPr lang="en-US" dirty="0"/>
              <a:t>Without an ORM, developers must write repetitive "plumbing" code to map database columns into objects manually, which increases development time and code complexity.</a:t>
            </a:r>
          </a:p>
        </p:txBody>
      </p:sp>
    </p:spTree>
    <p:extLst>
      <p:ext uri="{BB962C8B-B14F-4D97-AF65-F5344CB8AC3E}">
        <p14:creationId xmlns:p14="http://schemas.microsoft.com/office/powerpoint/2010/main" val="34124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A119-A4B5-4841-4DF4-F616E428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 Advantages &amp; Disadvantages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446BA830-AA18-1D29-9353-008058352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426260"/>
              </p:ext>
            </p:extLst>
          </p:nvPr>
        </p:nvGraphicFramePr>
        <p:xfrm>
          <a:off x="838200" y="1825625"/>
          <a:ext cx="10515600" cy="2830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246824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08584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Advantages</a:t>
                      </a:r>
                      <a:endParaRPr lang="en-US" sz="2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Disadvantages</a:t>
                      </a:r>
                      <a:endParaRPr lang="en-US" sz="2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3498170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Less code, fewer typing mistakes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Hides the SQL – you must still learn what it generates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26114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Pre-built IntelliSense, Type safety, and boilerplate available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Can be slower than hand-tuned SQL for very special queries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53777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Protects against SQL injection by using parameters automatically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Beginners may accidentally load too much data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146144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Same code can talk to different databases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Another thing to learn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154509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823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ad-only image view">
            <a:extLst>
              <a:ext uri="{FF2B5EF4-FFF2-40B4-BE49-F238E27FC236}">
                <a16:creationId xmlns:a16="http://schemas.microsoft.com/office/drawing/2014/main" id="{55E8C679-E331-03C9-5D9D-8C8BF143B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"/>
            <a:ext cx="12238101" cy="683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7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798E-5A7A-3F0B-361F-C8F434E9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DbContext and </a:t>
            </a:r>
            <a:r>
              <a:rPr lang="en-US" dirty="0" err="1"/>
              <a:t>DbSet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AC44-900E-8083-9D3C-94770B0FE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DbContext</a:t>
            </a:r>
            <a:r>
              <a:rPr lang="en-US" dirty="0"/>
              <a:t> and </a:t>
            </a:r>
            <a:r>
              <a:rPr lang="en-US" b="1" dirty="0" err="1"/>
              <a:t>DbSet</a:t>
            </a:r>
            <a:r>
              <a:rPr lang="en-US" dirty="0"/>
              <a:t> classes are the two primary building blocks used to interact with your database.</a:t>
            </a:r>
          </a:p>
          <a:p>
            <a:r>
              <a:rPr lang="en-US" dirty="0"/>
              <a:t>A </a:t>
            </a:r>
            <a:r>
              <a:rPr lang="en-US" b="1" dirty="0"/>
              <a:t>DbContext</a:t>
            </a:r>
            <a:r>
              <a:rPr lang="en-US" dirty="0"/>
              <a:t> represents your entire database session, acting as a bridge for querying and saving data. A </a:t>
            </a:r>
            <a:r>
              <a:rPr lang="en-US" b="1" dirty="0" err="1"/>
              <a:t>DbSet</a:t>
            </a:r>
            <a:r>
              <a:rPr lang="en-US" b="1" dirty="0"/>
              <a:t>&lt;T&gt;</a:t>
            </a:r>
            <a:r>
              <a:rPr lang="en-US" dirty="0"/>
              <a:t> represents a specific table within that database, where T is the C# entity class mapping to the table's rows.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6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0B5776-2B99-9E31-13BD-416E2F7E2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2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5364-75AD-7F26-9664-6FD19C04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Entities, Keys,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0A2C7-9D11-8D5C-64AD-F52EE8B67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entity is a plain C# class that EF Core maps to a database table. </a:t>
            </a:r>
          </a:p>
          <a:p>
            <a:pPr lvl="1"/>
            <a:r>
              <a:rPr lang="en-US" dirty="0"/>
              <a:t>Each property becomes a column and each object becomes a row.</a:t>
            </a:r>
          </a:p>
          <a:p>
            <a:endParaRPr lang="en-US" dirty="0"/>
          </a:p>
          <a:p>
            <a:r>
              <a:rPr lang="en-US" dirty="0"/>
              <a:t>A key is the property that uniquely identifies each row.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Conventions are EF Core's built-in naming rules that set these up for you.</a:t>
            </a:r>
          </a:p>
          <a:p>
            <a:pPr lvl="1"/>
            <a:r>
              <a:rPr lang="en-US" dirty="0"/>
              <a:t>Conventions are default rules EF Core uses to build the model from your classes.</a:t>
            </a:r>
          </a:p>
        </p:txBody>
      </p:sp>
    </p:spTree>
    <p:extLst>
      <p:ext uri="{BB962C8B-B14F-4D97-AF65-F5344CB8AC3E}">
        <p14:creationId xmlns:p14="http://schemas.microsoft.com/office/powerpoint/2010/main" val="114261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ad-only image view">
            <a:extLst>
              <a:ext uri="{FF2B5EF4-FFF2-40B4-BE49-F238E27FC236}">
                <a16:creationId xmlns:a16="http://schemas.microsoft.com/office/drawing/2014/main" id="{89AA8A03-BCA4-6D93-477B-2FA743394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"/>
            <a:ext cx="12238101" cy="683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8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321-EB0E-D960-5533-513F60D3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23E3-2393-5631-3232-95863A33A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Migrations </a:t>
            </a:r>
            <a:r>
              <a:rPr lang="en-US" dirty="0"/>
              <a:t>are the standard way to incrementally evolve your database schema as your C# data model changes.</a:t>
            </a:r>
          </a:p>
          <a:p>
            <a:r>
              <a:rPr lang="en-US" dirty="0"/>
              <a:t>Instead of manually writing SQL DDL scripts (CREATE TABLE, ALTER COLUMN), you modify your C# entities, and EF Core handles generating the precise delta scripts to update the database.</a:t>
            </a:r>
          </a:p>
          <a:p>
            <a:r>
              <a:rPr lang="en-US" dirty="0"/>
              <a:t>When you change your model, EF Core compares it with a stored snapshot of the old model and generates a migration file for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327786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F022C0-67CC-1633-15EE-02D1302DE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80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0573-83BE-3925-84E4-2C0C0990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vs </a:t>
            </a:r>
            <a:r>
              <a:rPr lang="en-US" dirty="0" err="1"/>
              <a:t>AsNoTracking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B98E-AB68-FC1B-B7AA-8FB797F9E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Tracking means EF Core keeps a record of each loaded entity in its change tracker.</a:t>
            </a:r>
          </a:p>
          <a:p>
            <a:pPr lvl="1"/>
            <a:r>
              <a:rPr lang="en-US" sz="1800" dirty="0"/>
              <a:t>Any change you make is saved to the database when you call </a:t>
            </a:r>
            <a:r>
              <a:rPr lang="en-US" sz="1800" dirty="0" err="1"/>
              <a:t>SaveChanges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By default, queries that return entities are tracking queries.</a:t>
            </a:r>
          </a:p>
          <a:p>
            <a:pPr marL="457200" lvl="1" indent="0">
              <a:buNone/>
            </a:pPr>
            <a:endParaRPr lang="en-US" sz="18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No-tracking queries skip the change-tracking setup, so they are generally quicker. </a:t>
            </a:r>
          </a:p>
          <a:p>
            <a:pPr lvl="1"/>
            <a:r>
              <a:rPr lang="en-US" sz="1800" dirty="0"/>
              <a:t>Use them when you don't need to update the entities (Select queries).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88A69D-0A0E-1D01-B913-26F73604739B}"/>
              </a:ext>
            </a:extLst>
          </p:cNvPr>
          <p:cNvSpPr/>
          <p:nvPr/>
        </p:nvSpPr>
        <p:spPr>
          <a:xfrm>
            <a:off x="2580132" y="2830068"/>
            <a:ext cx="7031736" cy="108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var product = await _</a:t>
            </a:r>
            <a:r>
              <a:rPr lang="en-US" dirty="0" err="1"/>
              <a:t>db.Products.FirstAsync</a:t>
            </a:r>
            <a:r>
              <a:rPr lang="en-US" dirty="0"/>
              <a:t>(p =&gt; </a:t>
            </a:r>
            <a:r>
              <a:rPr lang="en-US" dirty="0" err="1"/>
              <a:t>p.Id</a:t>
            </a:r>
            <a:r>
              <a:rPr lang="en-US" dirty="0"/>
              <a:t> == 1);</a:t>
            </a:r>
          </a:p>
          <a:p>
            <a:r>
              <a:rPr lang="en-US" dirty="0" err="1"/>
              <a:t>product.Price</a:t>
            </a:r>
            <a:r>
              <a:rPr lang="en-US" dirty="0"/>
              <a:t> = 999;                               // EF Core notices this change</a:t>
            </a:r>
          </a:p>
          <a:p>
            <a:r>
              <a:rPr lang="en-US" dirty="0"/>
              <a:t>await _</a:t>
            </a:r>
            <a:r>
              <a:rPr lang="en-US" dirty="0" err="1"/>
              <a:t>db.SaveChangesAsync</a:t>
            </a:r>
            <a:r>
              <a:rPr lang="en-US" dirty="0"/>
              <a:t>();      // UPDATE is sent to SQL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EC90E-BE32-A4AA-EE73-6DAE6858FCD5}"/>
              </a:ext>
            </a:extLst>
          </p:cNvPr>
          <p:cNvSpPr/>
          <p:nvPr/>
        </p:nvSpPr>
        <p:spPr>
          <a:xfrm>
            <a:off x="2580132" y="4666013"/>
            <a:ext cx="3628644" cy="1088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var products = await _db.Products</a:t>
            </a:r>
          </a:p>
          <a:p>
            <a:r>
              <a:rPr lang="en-US"/>
              <a:t>    .AsNoTracking()</a:t>
            </a:r>
          </a:p>
          <a:p>
            <a:r>
              <a:rPr lang="en-US"/>
              <a:t>    .ToListAsync();</a:t>
            </a:r>
          </a:p>
        </p:txBody>
      </p:sp>
    </p:spTree>
    <p:extLst>
      <p:ext uri="{BB962C8B-B14F-4D97-AF65-F5344CB8AC3E}">
        <p14:creationId xmlns:p14="http://schemas.microsoft.com/office/powerpoint/2010/main" val="101112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7D338-C5BB-32F9-B787-FE94548B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04F9-AF73-72C2-EBC8-5BE9F63DA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18632" cy="4351338"/>
          </a:xfrm>
        </p:spPr>
        <p:txBody>
          <a:bodyPr>
            <a:noAutofit/>
          </a:bodyPr>
          <a:lstStyle/>
          <a:p>
            <a:r>
              <a:rPr lang="en-US" sz="1800" dirty="0"/>
              <a:t>A normal (synchronous) database call blocks the thread until Database Server answers. </a:t>
            </a:r>
          </a:p>
          <a:p>
            <a:r>
              <a:rPr lang="en-US" sz="1800" dirty="0"/>
              <a:t>Asynchronous queries release the thread to handle other tasks while waiting for the database server to process SQL commands.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Two things to remember: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Don't run parallel operations on one DbContext. EF Core does not support several operations running at once on the same DbContext instance. Always await each call before starting the next.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Pass the </a:t>
            </a:r>
            <a:r>
              <a:rPr lang="en-US" sz="1800" dirty="0" err="1"/>
              <a:t>CancellationToken</a:t>
            </a:r>
            <a:r>
              <a:rPr lang="en-US" sz="1800" dirty="0"/>
              <a:t>. If the client disconnects, ASP.NET Core cancels the token and EF Core stops the query.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28DD16-CBFE-AC47-552F-5FB5B409402A}"/>
              </a:ext>
            </a:extLst>
          </p:cNvPr>
          <p:cNvSpPr/>
          <p:nvPr/>
        </p:nvSpPr>
        <p:spPr>
          <a:xfrm>
            <a:off x="6900672" y="1690688"/>
            <a:ext cx="4453128" cy="4351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/>
              <a:t>[</a:t>
            </a:r>
            <a:r>
              <a:rPr lang="en-US" sz="1500" dirty="0" err="1"/>
              <a:t>HttpGet</a:t>
            </a:r>
            <a:r>
              <a:rPr lang="en-US" sz="1500" dirty="0"/>
              <a:t>]</a:t>
            </a:r>
          </a:p>
          <a:p>
            <a:r>
              <a:rPr lang="en-US" sz="1500" dirty="0"/>
              <a:t>public async Task&lt;</a:t>
            </a:r>
            <a:r>
              <a:rPr lang="en-US" sz="1500" dirty="0" err="1"/>
              <a:t>IActionResult</a:t>
            </a:r>
            <a:r>
              <a:rPr lang="en-US" sz="1500" dirty="0"/>
              <a:t>&gt; </a:t>
            </a:r>
            <a:r>
              <a:rPr lang="en-US" sz="1500" dirty="0" err="1"/>
              <a:t>GetAll</a:t>
            </a:r>
            <a:r>
              <a:rPr lang="en-US" sz="1500" dirty="0"/>
              <a:t>(</a:t>
            </a:r>
            <a:r>
              <a:rPr lang="en-US" sz="1500" dirty="0" err="1"/>
              <a:t>CancellationToken</a:t>
            </a:r>
            <a:r>
              <a:rPr lang="en-US" sz="1500" dirty="0"/>
              <a:t> </a:t>
            </a:r>
            <a:r>
              <a:rPr lang="en-US" sz="1500" dirty="0" err="1"/>
              <a:t>ct</a:t>
            </a:r>
            <a:r>
              <a:rPr lang="en-US" sz="1500" dirty="0"/>
              <a:t>)</a:t>
            </a:r>
          </a:p>
          <a:p>
            <a:r>
              <a:rPr lang="en-US" sz="1500" dirty="0"/>
              <a:t>{</a:t>
            </a:r>
          </a:p>
          <a:p>
            <a:r>
              <a:rPr lang="en-US" sz="1500" dirty="0"/>
              <a:t>    var products = await _</a:t>
            </a:r>
            <a:r>
              <a:rPr lang="en-US" sz="1500" dirty="0" err="1"/>
              <a:t>db.Products</a:t>
            </a:r>
            <a:endParaRPr lang="en-US" sz="1500" dirty="0"/>
          </a:p>
          <a:p>
            <a:r>
              <a:rPr lang="en-US" sz="1500" dirty="0"/>
              <a:t>        .</a:t>
            </a:r>
            <a:r>
              <a:rPr lang="en-US" sz="1500" dirty="0" err="1"/>
              <a:t>AsNoTracking</a:t>
            </a:r>
            <a:r>
              <a:rPr lang="en-US" sz="1500" dirty="0"/>
              <a:t>()</a:t>
            </a:r>
          </a:p>
          <a:p>
            <a:r>
              <a:rPr lang="en-US" sz="1500" dirty="0"/>
              <a:t>        .</a:t>
            </a:r>
            <a:r>
              <a:rPr lang="en-US" sz="1500" dirty="0" err="1"/>
              <a:t>ToListAsync</a:t>
            </a:r>
            <a:r>
              <a:rPr lang="en-US" sz="1500" dirty="0"/>
              <a:t>(</a:t>
            </a:r>
            <a:r>
              <a:rPr lang="en-US" sz="1500" dirty="0" err="1"/>
              <a:t>ct</a:t>
            </a:r>
            <a:r>
              <a:rPr lang="en-US" sz="1500" dirty="0"/>
              <a:t>);</a:t>
            </a:r>
          </a:p>
          <a:p>
            <a:r>
              <a:rPr lang="en-US" sz="1500" dirty="0"/>
              <a:t>    return Ok(products);</a:t>
            </a:r>
          </a:p>
          <a:p>
            <a:r>
              <a:rPr lang="en-US" sz="1500" dirty="0"/>
              <a:t>}</a:t>
            </a:r>
          </a:p>
          <a:p>
            <a:endParaRPr lang="en-US" sz="1500" dirty="0"/>
          </a:p>
          <a:p>
            <a:r>
              <a:rPr lang="en-US" sz="1500" dirty="0"/>
              <a:t>[</a:t>
            </a:r>
            <a:r>
              <a:rPr lang="en-US" sz="1500" dirty="0" err="1"/>
              <a:t>HttpPost</a:t>
            </a:r>
            <a:r>
              <a:rPr lang="en-US" sz="1500" dirty="0"/>
              <a:t>]</a:t>
            </a:r>
          </a:p>
          <a:p>
            <a:r>
              <a:rPr lang="en-US" sz="1500" dirty="0"/>
              <a:t>public async Task&lt;</a:t>
            </a:r>
            <a:r>
              <a:rPr lang="en-US" sz="1500" dirty="0" err="1"/>
              <a:t>IActionResult</a:t>
            </a:r>
            <a:r>
              <a:rPr lang="en-US" sz="1500" dirty="0"/>
              <a:t>&gt; Create(Product </a:t>
            </a:r>
            <a:r>
              <a:rPr lang="en-US" sz="1500" dirty="0" err="1"/>
              <a:t>product</a:t>
            </a:r>
            <a:r>
              <a:rPr lang="en-US" sz="1500" dirty="0"/>
              <a:t>, </a:t>
            </a:r>
            <a:r>
              <a:rPr lang="en-US" sz="1500" dirty="0" err="1"/>
              <a:t>CancellationToken</a:t>
            </a:r>
            <a:r>
              <a:rPr lang="en-US" sz="1500" dirty="0"/>
              <a:t> </a:t>
            </a:r>
            <a:r>
              <a:rPr lang="en-US" sz="1500" dirty="0" err="1"/>
              <a:t>ct</a:t>
            </a:r>
            <a:r>
              <a:rPr lang="en-US" sz="1500" dirty="0"/>
              <a:t>)</a:t>
            </a:r>
          </a:p>
          <a:p>
            <a:r>
              <a:rPr lang="en-US" sz="1500" dirty="0"/>
              <a:t>{</a:t>
            </a:r>
          </a:p>
          <a:p>
            <a:r>
              <a:rPr lang="en-US" sz="1500" dirty="0"/>
              <a:t>    _</a:t>
            </a:r>
            <a:r>
              <a:rPr lang="en-US" sz="1500" dirty="0" err="1"/>
              <a:t>db.Products.Add</a:t>
            </a:r>
            <a:r>
              <a:rPr lang="en-US" sz="1500" dirty="0"/>
              <a:t>(product);</a:t>
            </a:r>
          </a:p>
          <a:p>
            <a:r>
              <a:rPr lang="en-US" sz="1500" dirty="0"/>
              <a:t>    await _</a:t>
            </a:r>
            <a:r>
              <a:rPr lang="en-US" sz="1500" dirty="0" err="1"/>
              <a:t>db.SaveChangesAsync</a:t>
            </a:r>
            <a:r>
              <a:rPr lang="en-US" sz="1500" dirty="0"/>
              <a:t>(</a:t>
            </a:r>
            <a:r>
              <a:rPr lang="en-US" sz="1500" dirty="0" err="1"/>
              <a:t>ct</a:t>
            </a:r>
            <a:r>
              <a:rPr lang="en-US" sz="1500" dirty="0"/>
              <a:t>);</a:t>
            </a:r>
          </a:p>
          <a:p>
            <a:r>
              <a:rPr lang="en-US" sz="1500" dirty="0"/>
              <a:t>    return </a:t>
            </a:r>
            <a:r>
              <a:rPr lang="en-US" sz="1500" dirty="0" err="1"/>
              <a:t>CreatedAtAction</a:t>
            </a:r>
            <a:r>
              <a:rPr lang="en-US" sz="1500" dirty="0"/>
              <a:t>(</a:t>
            </a:r>
            <a:r>
              <a:rPr lang="en-US" sz="1500" dirty="0" err="1"/>
              <a:t>nameof</a:t>
            </a:r>
            <a:r>
              <a:rPr lang="en-US" sz="1500" dirty="0"/>
              <a:t>(</a:t>
            </a:r>
            <a:r>
              <a:rPr lang="en-US" sz="1500" dirty="0" err="1"/>
              <a:t>GetAll</a:t>
            </a:r>
            <a:r>
              <a:rPr lang="en-US" sz="1500" dirty="0"/>
              <a:t>), new { id = </a:t>
            </a:r>
            <a:r>
              <a:rPr lang="en-US" sz="1500" dirty="0" err="1"/>
              <a:t>product.Id</a:t>
            </a:r>
            <a:r>
              <a:rPr lang="en-US" sz="1500" dirty="0"/>
              <a:t> }, product);</a:t>
            </a:r>
          </a:p>
          <a:p>
            <a:r>
              <a:rPr lang="en-US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363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What is the default lifetime of a DbContext instance when registered via ASP.NET Core Dependency Injection using </a:t>
            </a:r>
            <a:r>
              <a:rPr lang="en-US" b="1" dirty="0" err="1"/>
              <a:t>AddDbContext</a:t>
            </a:r>
            <a:r>
              <a:rPr lang="en-US" b="1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Transient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Scoped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Singleton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Static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174C-186A-62E4-2C8E-FD18131F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C606-3920-E7A9-2B9C-2B27D621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F262A4-C3DE-733C-8880-054493BCC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When is it most appropriate to use </a:t>
            </a:r>
            <a:r>
              <a:rPr lang="en-US" b="1" dirty="0" err="1"/>
              <a:t>AsNoTracking</a:t>
            </a:r>
            <a:r>
              <a:rPr lang="en-US" b="1" dirty="0"/>
              <a:t>() in an EF Core query?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you need to perform immediate updates or deletions on the returned entities.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executing read-only queries to improve performance by omitting change tracking overhead.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you want EF Core to automatically commit changes without calling </a:t>
            </a:r>
            <a:r>
              <a:rPr lang="en-US" dirty="0" err="1"/>
              <a:t>SaveChanges</a:t>
            </a:r>
            <a:r>
              <a:rPr lang="en-US" dirty="0"/>
              <a:t>().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implementing lazy loading for navigation properties.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15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CCB2-BD53-8574-FF30-D2FCADA6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9A4D-5461-0354-96A0-4987CF96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8261FE-8D59-8EAA-F2AF-285C0155D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Where should you override a method to write advanced model configurations using the Fluent API in EF Core?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OnConfiguring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OnInitialize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SaveChanges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OnModelCreating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4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554F-7E54-E84A-0A12-7BADE482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4528-85A0-E2BD-C5AA-BBC555D9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B805DA-65F4-8DE0-50EC-8FE8969B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How does </a:t>
            </a:r>
            <a:r>
              <a:rPr lang="en-US" b="1" dirty="0" err="1"/>
              <a:t>SaveChanges</a:t>
            </a:r>
            <a:r>
              <a:rPr lang="en-US" b="1" dirty="0"/>
              <a:t>() affect the state of tracked entities after a successful database update?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transitions the state of modified/added entities to Unchanged.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detaches all entities from the DbContext.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leaves the state as Modified until the application restarts.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changes the state to Deleted automatically.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A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7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985</TotalTime>
  <Words>1105</Words>
  <Application>Microsoft Office PowerPoint</Application>
  <PresentationFormat>Widescreen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EF Core Fundamentals</vt:lpstr>
      <vt:lpstr>Entity Framework Core (EF Core)</vt:lpstr>
      <vt:lpstr>Key Features &amp; Benefits of EF Core</vt:lpstr>
      <vt:lpstr>Object-Relational Mapper (ORM)</vt:lpstr>
      <vt:lpstr>ORM Advantages &amp; Disadvantages</vt:lpstr>
      <vt:lpstr>PowerPoint Presentation</vt:lpstr>
      <vt:lpstr>DbContext and DbSet</vt:lpstr>
      <vt:lpstr>PowerPoint Presentation</vt:lpstr>
      <vt:lpstr>Entities, Keys, Conventions</vt:lpstr>
      <vt:lpstr>PowerPoint Presentation</vt:lpstr>
      <vt:lpstr>Database Migrations</vt:lpstr>
      <vt:lpstr>PowerPoint Presentation</vt:lpstr>
      <vt:lpstr>Tracking vs AsNoTracking</vt:lpstr>
      <vt:lpstr>Asynchronous Queries</vt:lpstr>
      <vt:lpstr>Quick Quiz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2026-10-17T06:31:20Z</dcterms:modified>
</cp:coreProperties>
</file>